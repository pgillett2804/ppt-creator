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327" r:id="rId3"/>
    <p:sldId id="332" r:id="rId4"/>
    <p:sldId id="334" r:id="rId5"/>
    <p:sldId id="335" r:id="rId6"/>
    <p:sldId id="338" r:id="rId7"/>
    <p:sldId id="340" r:id="rId8"/>
    <p:sldId id="341" r:id="rId9"/>
    <p:sldId id="342" r:id="rId10"/>
    <p:sldId id="343" r:id="rId11"/>
  </p:sldIdLst>
  <p:sldSz cx="24384000" cy="1371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993F68-A31A-4AB9-85D2-07F04F08CE95}" type="datetimeFigureOut">
              <a:rPr lang="en-GB" smtClean="0"/>
              <a:t>05/06/26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DFFC8-AF28-43EB-B4EF-F071CCCDBC48}" type="slidenum">
              <a:rPr lang="en-GB" smtClean="0"/>
              <a:t>‹#›</a:t>
            </a:fld>
            <a:endParaRPr lang="en-GB"/>
          </a:p>
        </p:txBody>
      </p:sp>
    </p:spTree>
    <p:extLst>
      <p:ext uri="{BB962C8B-B14F-4D97-AF65-F5344CB8AC3E}">
        <p14:creationId xmlns:p14="http://schemas.microsoft.com/office/powerpoint/2010/main" val="1937675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9DFFC8-AF28-43EB-B4EF-F071CCCDBC48}" type="slidenum">
              <a:rPr lang="en-GB" smtClean="0"/>
              <a:t>1</a:t>
            </a:fld>
            <a:endParaRPr lang="en-GB"/>
          </a:p>
        </p:txBody>
      </p:sp>
    </p:spTree>
    <p:extLst>
      <p:ext uri="{BB962C8B-B14F-4D97-AF65-F5344CB8AC3E}">
        <p14:creationId xmlns:p14="http://schemas.microsoft.com/office/powerpoint/2010/main" val="881040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9DFFC8-AF28-43EB-B4EF-F071CCCDBC48}" type="slidenum">
              <a:rPr lang="en-GB" smtClean="0"/>
              <a:t>2</a:t>
            </a:fld>
            <a:endParaRPr lang="en-GB"/>
          </a:p>
        </p:txBody>
      </p:sp>
    </p:spTree>
    <p:extLst>
      <p:ext uri="{BB962C8B-B14F-4D97-AF65-F5344CB8AC3E}">
        <p14:creationId xmlns:p14="http://schemas.microsoft.com/office/powerpoint/2010/main" val="2237967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9DFFC8-AF28-43EB-B4EF-F071CCCDBC48}" type="slidenum">
              <a:rPr lang="en-GB" smtClean="0"/>
              <a:t>3</a:t>
            </a:fld>
            <a:endParaRPr lang="en-GB"/>
          </a:p>
        </p:txBody>
      </p:sp>
    </p:spTree>
    <p:extLst>
      <p:ext uri="{BB962C8B-B14F-4D97-AF65-F5344CB8AC3E}">
        <p14:creationId xmlns:p14="http://schemas.microsoft.com/office/powerpoint/2010/main" val="1999057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9DFFC8-AF28-43EB-B4EF-F071CCCDBC48}" type="slidenum">
              <a:rPr lang="en-GB" smtClean="0"/>
              <a:t>4</a:t>
            </a:fld>
            <a:endParaRPr lang="en-GB"/>
          </a:p>
        </p:txBody>
      </p:sp>
    </p:spTree>
    <p:extLst>
      <p:ext uri="{BB962C8B-B14F-4D97-AF65-F5344CB8AC3E}">
        <p14:creationId xmlns:p14="http://schemas.microsoft.com/office/powerpoint/2010/main" val="132508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9DFFC8-AF28-43EB-B4EF-F071CCCDBC48}" type="slidenum">
              <a:rPr lang="en-GB" smtClean="0"/>
              <a:t>5</a:t>
            </a:fld>
            <a:endParaRPr lang="en-GB"/>
          </a:p>
        </p:txBody>
      </p:sp>
    </p:spTree>
    <p:extLst>
      <p:ext uri="{BB962C8B-B14F-4D97-AF65-F5344CB8AC3E}">
        <p14:creationId xmlns:p14="http://schemas.microsoft.com/office/powerpoint/2010/main" val="1413052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9DFFC8-AF28-43EB-B4EF-F071CCCDBC48}" type="slidenum">
              <a:rPr lang="en-GB" smtClean="0"/>
              <a:t>6</a:t>
            </a:fld>
            <a:endParaRPr lang="en-GB"/>
          </a:p>
        </p:txBody>
      </p:sp>
    </p:spTree>
    <p:extLst>
      <p:ext uri="{BB962C8B-B14F-4D97-AF65-F5344CB8AC3E}">
        <p14:creationId xmlns:p14="http://schemas.microsoft.com/office/powerpoint/2010/main" val="838657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9DFFC8-AF28-43EB-B4EF-F071CCCDBC48}" type="slidenum">
              <a:rPr lang="en-GB" smtClean="0"/>
              <a:t>7</a:t>
            </a:fld>
            <a:endParaRPr lang="en-GB"/>
          </a:p>
        </p:txBody>
      </p:sp>
    </p:spTree>
    <p:extLst>
      <p:ext uri="{BB962C8B-B14F-4D97-AF65-F5344CB8AC3E}">
        <p14:creationId xmlns:p14="http://schemas.microsoft.com/office/powerpoint/2010/main" val="2719684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9DFFC8-AF28-43EB-B4EF-F071CCCDBC48}" type="slidenum">
              <a:rPr lang="en-GB" smtClean="0"/>
              <a:t>8</a:t>
            </a:fld>
            <a:endParaRPr lang="en-GB"/>
          </a:p>
        </p:txBody>
      </p:sp>
    </p:spTree>
    <p:extLst>
      <p:ext uri="{BB962C8B-B14F-4D97-AF65-F5344CB8AC3E}">
        <p14:creationId xmlns:p14="http://schemas.microsoft.com/office/powerpoint/2010/main" val="2769409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9DFFC8-AF28-43EB-B4EF-F071CCCDBC48}" type="slidenum">
              <a:rPr lang="en-GB" smtClean="0"/>
              <a:t>9</a:t>
            </a:fld>
            <a:endParaRPr lang="en-GB"/>
          </a:p>
        </p:txBody>
      </p:sp>
    </p:spTree>
    <p:extLst>
      <p:ext uri="{BB962C8B-B14F-4D97-AF65-F5344CB8AC3E}">
        <p14:creationId xmlns:p14="http://schemas.microsoft.com/office/powerpoint/2010/main" val="1394724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9DFFC8-AF28-43EB-B4EF-F071CCCDBC48}" type="slidenum">
              <a:rPr lang="en-GB" smtClean="0"/>
              <a:t>10</a:t>
            </a:fld>
            <a:endParaRPr lang="en-GB"/>
          </a:p>
        </p:txBody>
      </p:sp>
    </p:spTree>
    <p:extLst>
      <p:ext uri="{BB962C8B-B14F-4D97-AF65-F5344CB8AC3E}">
        <p14:creationId xmlns:p14="http://schemas.microsoft.com/office/powerpoint/2010/main" val="1094403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B64F6-1F36-BFCB-15FA-B51AB45212B9}"/>
              </a:ext>
            </a:extLst>
          </p:cNvPr>
          <p:cNvSpPr>
            <a:spLocks noGrp="1"/>
          </p:cNvSpPr>
          <p:nvPr>
            <p:ph type="ctrTitle"/>
          </p:nvPr>
        </p:nvSpPr>
        <p:spPr>
          <a:xfrm>
            <a:off x="3048000" y="2244726"/>
            <a:ext cx="18288000" cy="47752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3950092-EC5C-D73B-61EA-0F457586B970}"/>
              </a:ext>
            </a:extLst>
          </p:cNvPr>
          <p:cNvSpPr>
            <a:spLocks noGrp="1"/>
          </p:cNvSpPr>
          <p:nvPr>
            <p:ph type="subTitle" idx="1"/>
          </p:nvPr>
        </p:nvSpPr>
        <p:spPr>
          <a:xfrm>
            <a:off x="3048000" y="7204076"/>
            <a:ext cx="18288000" cy="331152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C2370D9-7BF3-7132-C285-7111D3FA2878}"/>
              </a:ext>
            </a:extLst>
          </p:cNvPr>
          <p:cNvSpPr>
            <a:spLocks noGrp="1"/>
          </p:cNvSpPr>
          <p:nvPr>
            <p:ph type="dt" sz="half" idx="10"/>
          </p:nvPr>
        </p:nvSpPr>
        <p:spPr/>
        <p:txBody>
          <a:bodyPr/>
          <a:lstStyle/>
          <a:p>
            <a:fld id="{3ED0F9DB-BCC1-4C03-AF0E-DA129D25FEFD}" type="datetimeFigureOut">
              <a:rPr lang="en-GB" smtClean="0"/>
              <a:t>05/06/26</a:t>
            </a:fld>
            <a:endParaRPr lang="en-GB"/>
          </a:p>
        </p:txBody>
      </p:sp>
      <p:sp>
        <p:nvSpPr>
          <p:cNvPr id="5" name="Footer Placeholder 4">
            <a:extLst>
              <a:ext uri="{FF2B5EF4-FFF2-40B4-BE49-F238E27FC236}">
                <a16:creationId xmlns:a16="http://schemas.microsoft.com/office/drawing/2014/main" id="{013D44F2-50AA-601A-D20B-CED93C1510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C60E52E-8DC5-33C3-B3F7-4851C91A1B6A}"/>
              </a:ext>
            </a:extLst>
          </p:cNvPr>
          <p:cNvSpPr>
            <a:spLocks noGrp="1"/>
          </p:cNvSpPr>
          <p:nvPr>
            <p:ph type="sldNum" sz="quarter" idx="12"/>
          </p:nvPr>
        </p:nvSpPr>
        <p:spPr/>
        <p:txBody>
          <a:bodyPr/>
          <a:lstStyle/>
          <a:p>
            <a:fld id="{9721B837-4E56-4E93-87D7-4EC6F60F8531}" type="slidenum">
              <a:rPr lang="en-GB" smtClean="0"/>
              <a:t>‹#›</a:t>
            </a:fld>
            <a:endParaRPr lang="en-GB"/>
          </a:p>
        </p:txBody>
      </p:sp>
    </p:spTree>
    <p:extLst>
      <p:ext uri="{BB962C8B-B14F-4D97-AF65-F5344CB8AC3E}">
        <p14:creationId xmlns:p14="http://schemas.microsoft.com/office/powerpoint/2010/main" val="2596014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98B1A-005C-7BCC-B60A-966B52BE7A6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DDF448F-8035-C505-C2B0-28FD8B49EB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4AA9B0F-2A2F-1A0A-2B9A-9B8502303BBA}"/>
              </a:ext>
            </a:extLst>
          </p:cNvPr>
          <p:cNvSpPr>
            <a:spLocks noGrp="1"/>
          </p:cNvSpPr>
          <p:nvPr>
            <p:ph type="dt" sz="half" idx="10"/>
          </p:nvPr>
        </p:nvSpPr>
        <p:spPr/>
        <p:txBody>
          <a:bodyPr/>
          <a:lstStyle/>
          <a:p>
            <a:fld id="{3ED0F9DB-BCC1-4C03-AF0E-DA129D25FEFD}" type="datetimeFigureOut">
              <a:rPr lang="en-GB" smtClean="0"/>
              <a:t>05/06/26</a:t>
            </a:fld>
            <a:endParaRPr lang="en-GB"/>
          </a:p>
        </p:txBody>
      </p:sp>
      <p:sp>
        <p:nvSpPr>
          <p:cNvPr id="5" name="Footer Placeholder 4">
            <a:extLst>
              <a:ext uri="{FF2B5EF4-FFF2-40B4-BE49-F238E27FC236}">
                <a16:creationId xmlns:a16="http://schemas.microsoft.com/office/drawing/2014/main" id="{299BD4EF-1842-6013-8151-2724F066B07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0189EA-F85D-AEF3-04DD-EC05EE06B758}"/>
              </a:ext>
            </a:extLst>
          </p:cNvPr>
          <p:cNvSpPr>
            <a:spLocks noGrp="1"/>
          </p:cNvSpPr>
          <p:nvPr>
            <p:ph type="sldNum" sz="quarter" idx="12"/>
          </p:nvPr>
        </p:nvSpPr>
        <p:spPr/>
        <p:txBody>
          <a:bodyPr/>
          <a:lstStyle/>
          <a:p>
            <a:fld id="{9721B837-4E56-4E93-87D7-4EC6F60F8531}" type="slidenum">
              <a:rPr lang="en-GB" smtClean="0"/>
              <a:t>‹#›</a:t>
            </a:fld>
            <a:endParaRPr lang="en-GB"/>
          </a:p>
        </p:txBody>
      </p:sp>
    </p:spTree>
    <p:extLst>
      <p:ext uri="{BB962C8B-B14F-4D97-AF65-F5344CB8AC3E}">
        <p14:creationId xmlns:p14="http://schemas.microsoft.com/office/powerpoint/2010/main" val="1985190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5B3D3-CFF6-39B8-56CC-7700B82FF53D}"/>
              </a:ext>
            </a:extLst>
          </p:cNvPr>
          <p:cNvSpPr>
            <a:spLocks noGrp="1"/>
          </p:cNvSpPr>
          <p:nvPr>
            <p:ph type="title"/>
          </p:nvPr>
        </p:nvSpPr>
        <p:spPr>
          <a:xfrm>
            <a:off x="1663700" y="3419479"/>
            <a:ext cx="21031200" cy="5705474"/>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C2E67DA-24BB-5383-2135-4F5AAD157A9C}"/>
              </a:ext>
            </a:extLst>
          </p:cNvPr>
          <p:cNvSpPr>
            <a:spLocks noGrp="1"/>
          </p:cNvSpPr>
          <p:nvPr>
            <p:ph type="body" idx="1"/>
          </p:nvPr>
        </p:nvSpPr>
        <p:spPr>
          <a:xfrm>
            <a:off x="1663700" y="9178929"/>
            <a:ext cx="21031200" cy="3000374"/>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DC8E74-C50D-7840-5B68-B61B62AA3091}"/>
              </a:ext>
            </a:extLst>
          </p:cNvPr>
          <p:cNvSpPr>
            <a:spLocks noGrp="1"/>
          </p:cNvSpPr>
          <p:nvPr>
            <p:ph type="dt" sz="half" idx="10"/>
          </p:nvPr>
        </p:nvSpPr>
        <p:spPr/>
        <p:txBody>
          <a:bodyPr/>
          <a:lstStyle/>
          <a:p>
            <a:fld id="{3ED0F9DB-BCC1-4C03-AF0E-DA129D25FEFD}" type="datetimeFigureOut">
              <a:rPr lang="en-GB" smtClean="0"/>
              <a:t>05/06/26</a:t>
            </a:fld>
            <a:endParaRPr lang="en-GB"/>
          </a:p>
        </p:txBody>
      </p:sp>
      <p:sp>
        <p:nvSpPr>
          <p:cNvPr id="5" name="Footer Placeholder 4">
            <a:extLst>
              <a:ext uri="{FF2B5EF4-FFF2-40B4-BE49-F238E27FC236}">
                <a16:creationId xmlns:a16="http://schemas.microsoft.com/office/drawing/2014/main" id="{4778AB8E-F7FE-B29E-274B-4D14F5679A3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5ED24D6-BCCE-C897-B60F-6A18CD037EED}"/>
              </a:ext>
            </a:extLst>
          </p:cNvPr>
          <p:cNvSpPr>
            <a:spLocks noGrp="1"/>
          </p:cNvSpPr>
          <p:nvPr>
            <p:ph type="sldNum" sz="quarter" idx="12"/>
          </p:nvPr>
        </p:nvSpPr>
        <p:spPr/>
        <p:txBody>
          <a:bodyPr/>
          <a:lstStyle/>
          <a:p>
            <a:fld id="{9721B837-4E56-4E93-87D7-4EC6F60F8531}" type="slidenum">
              <a:rPr lang="en-GB" smtClean="0"/>
              <a:t>‹#›</a:t>
            </a:fld>
            <a:endParaRPr lang="en-GB"/>
          </a:p>
        </p:txBody>
      </p:sp>
    </p:spTree>
    <p:extLst>
      <p:ext uri="{BB962C8B-B14F-4D97-AF65-F5344CB8AC3E}">
        <p14:creationId xmlns:p14="http://schemas.microsoft.com/office/powerpoint/2010/main" val="2357750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B50F3-7F27-F334-4A6D-8717F46BF12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FDE2BA3-E2F0-F6F4-F0C1-4C614FD8DCB1}"/>
              </a:ext>
            </a:extLst>
          </p:cNvPr>
          <p:cNvSpPr>
            <a:spLocks noGrp="1"/>
          </p:cNvSpPr>
          <p:nvPr>
            <p:ph sz="half" idx="1"/>
          </p:nvPr>
        </p:nvSpPr>
        <p:spPr>
          <a:xfrm>
            <a:off x="1676400" y="3651250"/>
            <a:ext cx="10363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C1126D0-0385-82C6-3C8C-5FEB120BD87F}"/>
              </a:ext>
            </a:extLst>
          </p:cNvPr>
          <p:cNvSpPr>
            <a:spLocks noGrp="1"/>
          </p:cNvSpPr>
          <p:nvPr>
            <p:ph sz="half" idx="2"/>
          </p:nvPr>
        </p:nvSpPr>
        <p:spPr>
          <a:xfrm>
            <a:off x="12344400" y="3651250"/>
            <a:ext cx="10363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505E6B0-E604-3344-943C-962B431C49AB}"/>
              </a:ext>
            </a:extLst>
          </p:cNvPr>
          <p:cNvSpPr>
            <a:spLocks noGrp="1"/>
          </p:cNvSpPr>
          <p:nvPr>
            <p:ph type="dt" sz="half" idx="10"/>
          </p:nvPr>
        </p:nvSpPr>
        <p:spPr/>
        <p:txBody>
          <a:bodyPr/>
          <a:lstStyle/>
          <a:p>
            <a:fld id="{3ED0F9DB-BCC1-4C03-AF0E-DA129D25FEFD}" type="datetimeFigureOut">
              <a:rPr lang="en-GB" smtClean="0"/>
              <a:t>05/06/26</a:t>
            </a:fld>
            <a:endParaRPr lang="en-GB"/>
          </a:p>
        </p:txBody>
      </p:sp>
      <p:sp>
        <p:nvSpPr>
          <p:cNvPr id="6" name="Footer Placeholder 5">
            <a:extLst>
              <a:ext uri="{FF2B5EF4-FFF2-40B4-BE49-F238E27FC236}">
                <a16:creationId xmlns:a16="http://schemas.microsoft.com/office/drawing/2014/main" id="{9A2E7369-9D14-7927-BA3E-DA43157E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2646422-6FC9-6EFC-374E-BA8A3A6BEA15}"/>
              </a:ext>
            </a:extLst>
          </p:cNvPr>
          <p:cNvSpPr>
            <a:spLocks noGrp="1"/>
          </p:cNvSpPr>
          <p:nvPr>
            <p:ph type="sldNum" sz="quarter" idx="12"/>
          </p:nvPr>
        </p:nvSpPr>
        <p:spPr/>
        <p:txBody>
          <a:bodyPr/>
          <a:lstStyle/>
          <a:p>
            <a:fld id="{9721B837-4E56-4E93-87D7-4EC6F60F8531}" type="slidenum">
              <a:rPr lang="en-GB" smtClean="0"/>
              <a:t>‹#›</a:t>
            </a:fld>
            <a:endParaRPr lang="en-GB"/>
          </a:p>
        </p:txBody>
      </p:sp>
    </p:spTree>
    <p:extLst>
      <p:ext uri="{BB962C8B-B14F-4D97-AF65-F5344CB8AC3E}">
        <p14:creationId xmlns:p14="http://schemas.microsoft.com/office/powerpoint/2010/main" val="577626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C0DE8-E249-C394-60C8-7EEA69063B44}"/>
              </a:ext>
            </a:extLst>
          </p:cNvPr>
          <p:cNvSpPr>
            <a:spLocks noGrp="1"/>
          </p:cNvSpPr>
          <p:nvPr>
            <p:ph type="title"/>
          </p:nvPr>
        </p:nvSpPr>
        <p:spPr>
          <a:xfrm>
            <a:off x="1679576" y="730253"/>
            <a:ext cx="21031200" cy="2651126"/>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121E7B3-417A-0895-B902-9043D38C7C97}"/>
              </a:ext>
            </a:extLst>
          </p:cNvPr>
          <p:cNvSpPr>
            <a:spLocks noGrp="1"/>
          </p:cNvSpPr>
          <p:nvPr>
            <p:ph type="body" idx="1"/>
          </p:nvPr>
        </p:nvSpPr>
        <p:spPr>
          <a:xfrm>
            <a:off x="1679577" y="3362326"/>
            <a:ext cx="10315574" cy="164782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B92B4F-C8DB-5F4B-5053-C9BDCCEEFD89}"/>
              </a:ext>
            </a:extLst>
          </p:cNvPr>
          <p:cNvSpPr>
            <a:spLocks noGrp="1"/>
          </p:cNvSpPr>
          <p:nvPr>
            <p:ph sz="half" idx="2"/>
          </p:nvPr>
        </p:nvSpPr>
        <p:spPr>
          <a:xfrm>
            <a:off x="1679577" y="5010150"/>
            <a:ext cx="10315574"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5A8C073-224A-E970-9D65-A60C40BC29CA}"/>
              </a:ext>
            </a:extLst>
          </p:cNvPr>
          <p:cNvSpPr>
            <a:spLocks noGrp="1"/>
          </p:cNvSpPr>
          <p:nvPr>
            <p:ph type="body" sz="quarter" idx="3"/>
          </p:nvPr>
        </p:nvSpPr>
        <p:spPr>
          <a:xfrm>
            <a:off x="12344400" y="3362326"/>
            <a:ext cx="10366376" cy="164782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19A097-C3BE-C7FC-112B-4135E8850F05}"/>
              </a:ext>
            </a:extLst>
          </p:cNvPr>
          <p:cNvSpPr>
            <a:spLocks noGrp="1"/>
          </p:cNvSpPr>
          <p:nvPr>
            <p:ph sz="quarter" idx="4"/>
          </p:nvPr>
        </p:nvSpPr>
        <p:spPr>
          <a:xfrm>
            <a:off x="12344400" y="5010150"/>
            <a:ext cx="10366376"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EA44B53-54F8-1DD3-4CED-952E56DDD1DC}"/>
              </a:ext>
            </a:extLst>
          </p:cNvPr>
          <p:cNvSpPr>
            <a:spLocks noGrp="1"/>
          </p:cNvSpPr>
          <p:nvPr>
            <p:ph type="dt" sz="half" idx="10"/>
          </p:nvPr>
        </p:nvSpPr>
        <p:spPr/>
        <p:txBody>
          <a:bodyPr/>
          <a:lstStyle/>
          <a:p>
            <a:fld id="{3ED0F9DB-BCC1-4C03-AF0E-DA129D25FEFD}" type="datetimeFigureOut">
              <a:rPr lang="en-GB" smtClean="0"/>
              <a:t>05/06/26</a:t>
            </a:fld>
            <a:endParaRPr lang="en-GB"/>
          </a:p>
        </p:txBody>
      </p:sp>
      <p:sp>
        <p:nvSpPr>
          <p:cNvPr id="8" name="Footer Placeholder 7">
            <a:extLst>
              <a:ext uri="{FF2B5EF4-FFF2-40B4-BE49-F238E27FC236}">
                <a16:creationId xmlns:a16="http://schemas.microsoft.com/office/drawing/2014/main" id="{0C628242-F1E7-6EC2-8C17-FAE5EC4A111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DFA8B79-F639-8F8C-35AD-01973867B2BC}"/>
              </a:ext>
            </a:extLst>
          </p:cNvPr>
          <p:cNvSpPr>
            <a:spLocks noGrp="1"/>
          </p:cNvSpPr>
          <p:nvPr>
            <p:ph type="sldNum" sz="quarter" idx="12"/>
          </p:nvPr>
        </p:nvSpPr>
        <p:spPr/>
        <p:txBody>
          <a:bodyPr/>
          <a:lstStyle/>
          <a:p>
            <a:fld id="{9721B837-4E56-4E93-87D7-4EC6F60F8531}" type="slidenum">
              <a:rPr lang="en-GB" smtClean="0"/>
              <a:t>‹#›</a:t>
            </a:fld>
            <a:endParaRPr lang="en-GB"/>
          </a:p>
        </p:txBody>
      </p:sp>
    </p:spTree>
    <p:extLst>
      <p:ext uri="{BB962C8B-B14F-4D97-AF65-F5344CB8AC3E}">
        <p14:creationId xmlns:p14="http://schemas.microsoft.com/office/powerpoint/2010/main" val="792634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CE343-82EA-9046-D455-62FFE2407EA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E01FDF5-373E-3FDA-3621-5BE973C99498}"/>
              </a:ext>
            </a:extLst>
          </p:cNvPr>
          <p:cNvSpPr>
            <a:spLocks noGrp="1"/>
          </p:cNvSpPr>
          <p:nvPr>
            <p:ph type="dt" sz="half" idx="10"/>
          </p:nvPr>
        </p:nvSpPr>
        <p:spPr/>
        <p:txBody>
          <a:bodyPr/>
          <a:lstStyle/>
          <a:p>
            <a:fld id="{3ED0F9DB-BCC1-4C03-AF0E-DA129D25FEFD}" type="datetimeFigureOut">
              <a:rPr lang="en-GB" smtClean="0"/>
              <a:t>05/06/26</a:t>
            </a:fld>
            <a:endParaRPr lang="en-GB"/>
          </a:p>
        </p:txBody>
      </p:sp>
      <p:sp>
        <p:nvSpPr>
          <p:cNvPr id="4" name="Footer Placeholder 3">
            <a:extLst>
              <a:ext uri="{FF2B5EF4-FFF2-40B4-BE49-F238E27FC236}">
                <a16:creationId xmlns:a16="http://schemas.microsoft.com/office/drawing/2014/main" id="{154BC657-1D75-7542-01EC-C4286B1CAF0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D47CA15-FF56-818A-DE2C-4EC15B8E01BD}"/>
              </a:ext>
            </a:extLst>
          </p:cNvPr>
          <p:cNvSpPr>
            <a:spLocks noGrp="1"/>
          </p:cNvSpPr>
          <p:nvPr>
            <p:ph type="sldNum" sz="quarter" idx="12"/>
          </p:nvPr>
        </p:nvSpPr>
        <p:spPr/>
        <p:txBody>
          <a:bodyPr/>
          <a:lstStyle/>
          <a:p>
            <a:fld id="{9721B837-4E56-4E93-87D7-4EC6F60F8531}" type="slidenum">
              <a:rPr lang="en-GB" smtClean="0"/>
              <a:t>‹#›</a:t>
            </a:fld>
            <a:endParaRPr lang="en-GB"/>
          </a:p>
        </p:txBody>
      </p:sp>
    </p:spTree>
    <p:extLst>
      <p:ext uri="{BB962C8B-B14F-4D97-AF65-F5344CB8AC3E}">
        <p14:creationId xmlns:p14="http://schemas.microsoft.com/office/powerpoint/2010/main" val="2044480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2F3E1A-39D6-1C2B-C655-29512DF094BA}"/>
              </a:ext>
            </a:extLst>
          </p:cNvPr>
          <p:cNvSpPr>
            <a:spLocks noGrp="1"/>
          </p:cNvSpPr>
          <p:nvPr>
            <p:ph type="dt" sz="half" idx="10"/>
          </p:nvPr>
        </p:nvSpPr>
        <p:spPr/>
        <p:txBody>
          <a:bodyPr/>
          <a:lstStyle/>
          <a:p>
            <a:fld id="{3ED0F9DB-BCC1-4C03-AF0E-DA129D25FEFD}" type="datetimeFigureOut">
              <a:rPr lang="en-GB" smtClean="0"/>
              <a:t>05/06/26</a:t>
            </a:fld>
            <a:endParaRPr lang="en-GB"/>
          </a:p>
        </p:txBody>
      </p:sp>
      <p:sp>
        <p:nvSpPr>
          <p:cNvPr id="3" name="Footer Placeholder 2">
            <a:extLst>
              <a:ext uri="{FF2B5EF4-FFF2-40B4-BE49-F238E27FC236}">
                <a16:creationId xmlns:a16="http://schemas.microsoft.com/office/drawing/2014/main" id="{71024DB6-3672-2ECB-CD9B-73813548273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1C0BC88-2D55-2A6C-B720-9A67541C5407}"/>
              </a:ext>
            </a:extLst>
          </p:cNvPr>
          <p:cNvSpPr>
            <a:spLocks noGrp="1"/>
          </p:cNvSpPr>
          <p:nvPr>
            <p:ph type="sldNum" sz="quarter" idx="12"/>
          </p:nvPr>
        </p:nvSpPr>
        <p:spPr/>
        <p:txBody>
          <a:bodyPr/>
          <a:lstStyle/>
          <a:p>
            <a:fld id="{9721B837-4E56-4E93-87D7-4EC6F60F8531}" type="slidenum">
              <a:rPr lang="en-GB" smtClean="0"/>
              <a:t>‹#›</a:t>
            </a:fld>
            <a:endParaRPr lang="en-GB"/>
          </a:p>
        </p:txBody>
      </p:sp>
    </p:spTree>
    <p:extLst>
      <p:ext uri="{BB962C8B-B14F-4D97-AF65-F5344CB8AC3E}">
        <p14:creationId xmlns:p14="http://schemas.microsoft.com/office/powerpoint/2010/main" val="1711949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8792B-E9D7-3805-1C64-9D1D18BBFAA4}"/>
              </a:ext>
            </a:extLst>
          </p:cNvPr>
          <p:cNvSpPr>
            <a:spLocks noGrp="1"/>
          </p:cNvSpPr>
          <p:nvPr>
            <p:ph type="title"/>
          </p:nvPr>
        </p:nvSpPr>
        <p:spPr>
          <a:xfrm>
            <a:off x="1679577" y="914400"/>
            <a:ext cx="7864474" cy="32004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17169C8-A643-AAAB-0B0B-99C39036AFB3}"/>
              </a:ext>
            </a:extLst>
          </p:cNvPr>
          <p:cNvSpPr>
            <a:spLocks noGrp="1"/>
          </p:cNvSpPr>
          <p:nvPr>
            <p:ph idx="1"/>
          </p:nvPr>
        </p:nvSpPr>
        <p:spPr>
          <a:xfrm>
            <a:off x="10366376" y="1974853"/>
            <a:ext cx="12344400" cy="9747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FD95688-7330-C216-ABAE-3FE90655382E}"/>
              </a:ext>
            </a:extLst>
          </p:cNvPr>
          <p:cNvSpPr>
            <a:spLocks noGrp="1"/>
          </p:cNvSpPr>
          <p:nvPr>
            <p:ph type="body" sz="half" idx="2"/>
          </p:nvPr>
        </p:nvSpPr>
        <p:spPr>
          <a:xfrm>
            <a:off x="1679577" y="4114800"/>
            <a:ext cx="7864474" cy="762317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C75B8F-079E-0E54-4852-808534304C4A}"/>
              </a:ext>
            </a:extLst>
          </p:cNvPr>
          <p:cNvSpPr>
            <a:spLocks noGrp="1"/>
          </p:cNvSpPr>
          <p:nvPr>
            <p:ph type="dt" sz="half" idx="10"/>
          </p:nvPr>
        </p:nvSpPr>
        <p:spPr/>
        <p:txBody>
          <a:bodyPr/>
          <a:lstStyle/>
          <a:p>
            <a:fld id="{3ED0F9DB-BCC1-4C03-AF0E-DA129D25FEFD}" type="datetimeFigureOut">
              <a:rPr lang="en-GB" smtClean="0"/>
              <a:t>05/06/26</a:t>
            </a:fld>
            <a:endParaRPr lang="en-GB"/>
          </a:p>
        </p:txBody>
      </p:sp>
      <p:sp>
        <p:nvSpPr>
          <p:cNvPr id="6" name="Footer Placeholder 5">
            <a:extLst>
              <a:ext uri="{FF2B5EF4-FFF2-40B4-BE49-F238E27FC236}">
                <a16:creationId xmlns:a16="http://schemas.microsoft.com/office/drawing/2014/main" id="{D2CCEFEA-AEBB-0FB8-FFFB-E5B085C0777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2BEB158-F2C0-B164-2165-3F03DD7AECEF}"/>
              </a:ext>
            </a:extLst>
          </p:cNvPr>
          <p:cNvSpPr>
            <a:spLocks noGrp="1"/>
          </p:cNvSpPr>
          <p:nvPr>
            <p:ph type="sldNum" sz="quarter" idx="12"/>
          </p:nvPr>
        </p:nvSpPr>
        <p:spPr/>
        <p:txBody>
          <a:bodyPr/>
          <a:lstStyle/>
          <a:p>
            <a:fld id="{9721B837-4E56-4E93-87D7-4EC6F60F8531}" type="slidenum">
              <a:rPr lang="en-GB" smtClean="0"/>
              <a:t>‹#›</a:t>
            </a:fld>
            <a:endParaRPr lang="en-GB"/>
          </a:p>
        </p:txBody>
      </p:sp>
    </p:spTree>
    <p:extLst>
      <p:ext uri="{BB962C8B-B14F-4D97-AF65-F5344CB8AC3E}">
        <p14:creationId xmlns:p14="http://schemas.microsoft.com/office/powerpoint/2010/main" val="2591277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8A8F4-1A8E-A5EA-BCD4-772079FC5B83}"/>
              </a:ext>
            </a:extLst>
          </p:cNvPr>
          <p:cNvSpPr>
            <a:spLocks noGrp="1"/>
          </p:cNvSpPr>
          <p:nvPr>
            <p:ph type="title"/>
          </p:nvPr>
        </p:nvSpPr>
        <p:spPr>
          <a:xfrm>
            <a:off x="1679577" y="914400"/>
            <a:ext cx="7864474" cy="32004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03055D9-349B-008A-FBB2-348A868A8E1C}"/>
              </a:ext>
            </a:extLst>
          </p:cNvPr>
          <p:cNvSpPr>
            <a:spLocks noGrp="1"/>
          </p:cNvSpPr>
          <p:nvPr>
            <p:ph type="pic" idx="1"/>
          </p:nvPr>
        </p:nvSpPr>
        <p:spPr>
          <a:xfrm>
            <a:off x="10366376" y="1974853"/>
            <a:ext cx="12344400" cy="9747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4E48F19-4D22-65D0-46C5-CADB76934E70}"/>
              </a:ext>
            </a:extLst>
          </p:cNvPr>
          <p:cNvSpPr>
            <a:spLocks noGrp="1"/>
          </p:cNvSpPr>
          <p:nvPr>
            <p:ph type="body" sz="half" idx="2"/>
          </p:nvPr>
        </p:nvSpPr>
        <p:spPr>
          <a:xfrm>
            <a:off x="1679577" y="4114800"/>
            <a:ext cx="7864474" cy="762317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1809CA-93DE-EA25-C5B7-F354E7231EBB}"/>
              </a:ext>
            </a:extLst>
          </p:cNvPr>
          <p:cNvSpPr>
            <a:spLocks noGrp="1"/>
          </p:cNvSpPr>
          <p:nvPr>
            <p:ph type="dt" sz="half" idx="10"/>
          </p:nvPr>
        </p:nvSpPr>
        <p:spPr/>
        <p:txBody>
          <a:bodyPr/>
          <a:lstStyle/>
          <a:p>
            <a:fld id="{3ED0F9DB-BCC1-4C03-AF0E-DA129D25FEFD}" type="datetimeFigureOut">
              <a:rPr lang="en-GB" smtClean="0"/>
              <a:t>05/06/26</a:t>
            </a:fld>
            <a:endParaRPr lang="en-GB"/>
          </a:p>
        </p:txBody>
      </p:sp>
      <p:sp>
        <p:nvSpPr>
          <p:cNvPr id="6" name="Footer Placeholder 5">
            <a:extLst>
              <a:ext uri="{FF2B5EF4-FFF2-40B4-BE49-F238E27FC236}">
                <a16:creationId xmlns:a16="http://schemas.microsoft.com/office/drawing/2014/main" id="{F2C67DF3-066C-764D-9DA5-D90BDA6C582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FDB6E61-9387-F5A6-0E5F-30E6EE1280ED}"/>
              </a:ext>
            </a:extLst>
          </p:cNvPr>
          <p:cNvSpPr>
            <a:spLocks noGrp="1"/>
          </p:cNvSpPr>
          <p:nvPr>
            <p:ph type="sldNum" sz="quarter" idx="12"/>
          </p:nvPr>
        </p:nvSpPr>
        <p:spPr/>
        <p:txBody>
          <a:bodyPr/>
          <a:lstStyle/>
          <a:p>
            <a:fld id="{9721B837-4E56-4E93-87D7-4EC6F60F8531}" type="slidenum">
              <a:rPr lang="en-GB" smtClean="0"/>
              <a:t>‹#›</a:t>
            </a:fld>
            <a:endParaRPr lang="en-GB"/>
          </a:p>
        </p:txBody>
      </p:sp>
    </p:spTree>
    <p:extLst>
      <p:ext uri="{BB962C8B-B14F-4D97-AF65-F5344CB8AC3E}">
        <p14:creationId xmlns:p14="http://schemas.microsoft.com/office/powerpoint/2010/main" val="495810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2DC4-65D7-CBB7-4C93-EFF7624DD82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A4F0C3D-0813-0A93-2617-CA80EE5B0B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4AD323-D348-A55F-0296-13B46BC3B61B}"/>
              </a:ext>
            </a:extLst>
          </p:cNvPr>
          <p:cNvSpPr>
            <a:spLocks noGrp="1"/>
          </p:cNvSpPr>
          <p:nvPr>
            <p:ph type="dt" sz="half" idx="10"/>
          </p:nvPr>
        </p:nvSpPr>
        <p:spPr/>
        <p:txBody>
          <a:bodyPr/>
          <a:lstStyle/>
          <a:p>
            <a:fld id="{3ED0F9DB-BCC1-4C03-AF0E-DA129D25FEFD}" type="datetimeFigureOut">
              <a:rPr lang="en-GB" smtClean="0"/>
              <a:t>05/06/26</a:t>
            </a:fld>
            <a:endParaRPr lang="en-GB"/>
          </a:p>
        </p:txBody>
      </p:sp>
      <p:sp>
        <p:nvSpPr>
          <p:cNvPr id="5" name="Footer Placeholder 4">
            <a:extLst>
              <a:ext uri="{FF2B5EF4-FFF2-40B4-BE49-F238E27FC236}">
                <a16:creationId xmlns:a16="http://schemas.microsoft.com/office/drawing/2014/main" id="{3018718B-2CCA-9FAD-D909-0BCE9A50EF4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05B16CF-F907-F9E4-0D63-C2A224525328}"/>
              </a:ext>
            </a:extLst>
          </p:cNvPr>
          <p:cNvSpPr>
            <a:spLocks noGrp="1"/>
          </p:cNvSpPr>
          <p:nvPr>
            <p:ph type="sldNum" sz="quarter" idx="12"/>
          </p:nvPr>
        </p:nvSpPr>
        <p:spPr/>
        <p:txBody>
          <a:bodyPr/>
          <a:lstStyle/>
          <a:p>
            <a:fld id="{9721B837-4E56-4E93-87D7-4EC6F60F8531}" type="slidenum">
              <a:rPr lang="en-GB" smtClean="0"/>
              <a:t>‹#›</a:t>
            </a:fld>
            <a:endParaRPr lang="en-GB"/>
          </a:p>
        </p:txBody>
      </p:sp>
    </p:spTree>
    <p:extLst>
      <p:ext uri="{BB962C8B-B14F-4D97-AF65-F5344CB8AC3E}">
        <p14:creationId xmlns:p14="http://schemas.microsoft.com/office/powerpoint/2010/main" val="1136306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844E4D-F10E-F247-EB16-E78F42A2BBBA}"/>
              </a:ext>
            </a:extLst>
          </p:cNvPr>
          <p:cNvSpPr>
            <a:spLocks noGrp="1"/>
          </p:cNvSpPr>
          <p:nvPr>
            <p:ph type="title" orient="vert"/>
          </p:nvPr>
        </p:nvSpPr>
        <p:spPr>
          <a:xfrm>
            <a:off x="17449800" y="730250"/>
            <a:ext cx="5257800" cy="11623676"/>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3AB4196-6B07-0C2F-290D-5A5EA01501DB}"/>
              </a:ext>
            </a:extLst>
          </p:cNvPr>
          <p:cNvSpPr>
            <a:spLocks noGrp="1"/>
          </p:cNvSpPr>
          <p:nvPr>
            <p:ph type="body" orient="vert" idx="1"/>
          </p:nvPr>
        </p:nvSpPr>
        <p:spPr>
          <a:xfrm>
            <a:off x="1676400" y="730250"/>
            <a:ext cx="15468600"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40D6B0-5EDB-2A48-43F8-054E1DD4A14B}"/>
              </a:ext>
            </a:extLst>
          </p:cNvPr>
          <p:cNvSpPr>
            <a:spLocks noGrp="1"/>
          </p:cNvSpPr>
          <p:nvPr>
            <p:ph type="dt" sz="half" idx="10"/>
          </p:nvPr>
        </p:nvSpPr>
        <p:spPr/>
        <p:txBody>
          <a:bodyPr/>
          <a:lstStyle/>
          <a:p>
            <a:fld id="{3ED0F9DB-BCC1-4C03-AF0E-DA129D25FEFD}" type="datetimeFigureOut">
              <a:rPr lang="en-GB" smtClean="0"/>
              <a:t>05/06/26</a:t>
            </a:fld>
            <a:endParaRPr lang="en-GB"/>
          </a:p>
        </p:txBody>
      </p:sp>
      <p:sp>
        <p:nvSpPr>
          <p:cNvPr id="5" name="Footer Placeholder 4">
            <a:extLst>
              <a:ext uri="{FF2B5EF4-FFF2-40B4-BE49-F238E27FC236}">
                <a16:creationId xmlns:a16="http://schemas.microsoft.com/office/drawing/2014/main" id="{1F8B7D69-B54B-5BE5-65D9-4329915F092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2179C7-F6AD-8F0E-91DB-1A04C1065AB5}"/>
              </a:ext>
            </a:extLst>
          </p:cNvPr>
          <p:cNvSpPr>
            <a:spLocks noGrp="1"/>
          </p:cNvSpPr>
          <p:nvPr>
            <p:ph type="sldNum" sz="quarter" idx="12"/>
          </p:nvPr>
        </p:nvSpPr>
        <p:spPr/>
        <p:txBody>
          <a:bodyPr/>
          <a:lstStyle/>
          <a:p>
            <a:fld id="{9721B837-4E56-4E93-87D7-4EC6F60F8531}" type="slidenum">
              <a:rPr lang="en-GB" smtClean="0"/>
              <a:t>‹#›</a:t>
            </a:fld>
            <a:endParaRPr lang="en-GB"/>
          </a:p>
        </p:txBody>
      </p:sp>
    </p:spTree>
    <p:extLst>
      <p:ext uri="{BB962C8B-B14F-4D97-AF65-F5344CB8AC3E}">
        <p14:creationId xmlns:p14="http://schemas.microsoft.com/office/powerpoint/2010/main" val="3948651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6B033B-94BD-0353-FDB4-DD1ADE3416AF}"/>
              </a:ext>
            </a:extLst>
          </p:cNvPr>
          <p:cNvSpPr>
            <a:spLocks noGrp="1"/>
          </p:cNvSpPr>
          <p:nvPr>
            <p:ph type="title"/>
          </p:nvPr>
        </p:nvSpPr>
        <p:spPr>
          <a:xfrm>
            <a:off x="1676400" y="730253"/>
            <a:ext cx="21031200" cy="2651126"/>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628E723-C55A-B94E-D17C-E0606EFA46D7}"/>
              </a:ext>
            </a:extLst>
          </p:cNvPr>
          <p:cNvSpPr>
            <a:spLocks noGrp="1"/>
          </p:cNvSpPr>
          <p:nvPr>
            <p:ph type="body" idx="1"/>
          </p:nvPr>
        </p:nvSpPr>
        <p:spPr>
          <a:xfrm>
            <a:off x="1676400" y="3651250"/>
            <a:ext cx="21031200"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455D88-A925-E471-4312-8C41FD835416}"/>
              </a:ext>
            </a:extLst>
          </p:cNvPr>
          <p:cNvSpPr>
            <a:spLocks noGrp="1"/>
          </p:cNvSpPr>
          <p:nvPr>
            <p:ph type="dt" sz="half" idx="2"/>
          </p:nvPr>
        </p:nvSpPr>
        <p:spPr>
          <a:xfrm>
            <a:off x="1676400" y="12712703"/>
            <a:ext cx="5486400" cy="730250"/>
          </a:xfrm>
          <a:prstGeom prst="rect">
            <a:avLst/>
          </a:prstGeom>
        </p:spPr>
        <p:txBody>
          <a:bodyPr vert="horz" lIns="91440" tIns="45720" rIns="91440" bIns="45720" rtlCol="0" anchor="ctr"/>
          <a:lstStyle>
            <a:lvl1pPr algn="l">
              <a:defRPr sz="1200">
                <a:solidFill>
                  <a:schemeClr val="tx1">
                    <a:tint val="82000"/>
                  </a:schemeClr>
                </a:solidFill>
              </a:defRPr>
            </a:lvl1pPr>
          </a:lstStyle>
          <a:p>
            <a:fld id="{3ED0F9DB-BCC1-4C03-AF0E-DA129D25FEFD}" type="datetimeFigureOut">
              <a:rPr lang="en-GB" smtClean="0"/>
              <a:t>05/06/26</a:t>
            </a:fld>
            <a:endParaRPr lang="en-GB"/>
          </a:p>
        </p:txBody>
      </p:sp>
      <p:sp>
        <p:nvSpPr>
          <p:cNvPr id="5" name="Footer Placeholder 4">
            <a:extLst>
              <a:ext uri="{FF2B5EF4-FFF2-40B4-BE49-F238E27FC236}">
                <a16:creationId xmlns:a16="http://schemas.microsoft.com/office/drawing/2014/main" id="{F1CB6887-3ACC-849E-9777-5D893F818970}"/>
              </a:ext>
            </a:extLst>
          </p:cNvPr>
          <p:cNvSpPr>
            <a:spLocks noGrp="1"/>
          </p:cNvSpPr>
          <p:nvPr>
            <p:ph type="ftr" sz="quarter" idx="3"/>
          </p:nvPr>
        </p:nvSpPr>
        <p:spPr>
          <a:xfrm>
            <a:off x="8077200" y="12712703"/>
            <a:ext cx="8229600" cy="730250"/>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B7F0573-DE89-4C1D-4C45-25FB436F2B96}"/>
              </a:ext>
            </a:extLst>
          </p:cNvPr>
          <p:cNvSpPr>
            <a:spLocks noGrp="1"/>
          </p:cNvSpPr>
          <p:nvPr>
            <p:ph type="sldNum" sz="quarter" idx="4"/>
          </p:nvPr>
        </p:nvSpPr>
        <p:spPr>
          <a:xfrm>
            <a:off x="17221200" y="12712703"/>
            <a:ext cx="5486400" cy="730250"/>
          </a:xfrm>
          <a:prstGeom prst="rect">
            <a:avLst/>
          </a:prstGeom>
        </p:spPr>
        <p:txBody>
          <a:bodyPr vert="horz" lIns="91440" tIns="45720" rIns="91440" bIns="45720" rtlCol="0" anchor="ctr"/>
          <a:lstStyle>
            <a:lvl1pPr algn="r">
              <a:defRPr sz="1200">
                <a:solidFill>
                  <a:schemeClr val="tx1">
                    <a:tint val="82000"/>
                  </a:schemeClr>
                </a:solidFill>
              </a:defRPr>
            </a:lvl1pPr>
          </a:lstStyle>
          <a:p>
            <a:fld id="{9721B837-4E56-4E93-87D7-4EC6F60F8531}" type="slidenum">
              <a:rPr lang="en-GB" smtClean="0"/>
              <a:t>‹#›</a:t>
            </a:fld>
            <a:endParaRPr lang="en-GB"/>
          </a:p>
        </p:txBody>
      </p:sp>
    </p:spTree>
    <p:extLst>
      <p:ext uri="{BB962C8B-B14F-4D97-AF65-F5344CB8AC3E}">
        <p14:creationId xmlns:p14="http://schemas.microsoft.com/office/powerpoint/2010/main" val="2756963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Company Mission"/>
          <p:cNvSpPr txBox="1">
            <a:spLocks noGrp="1"/>
          </p:cNvSpPr>
          <p:nvPr>
            <p:ph type="body" sz="quarter" idx="4294967295"/>
          </p:nvPr>
        </p:nvSpPr>
        <p:spPr>
          <a:xfrm>
            <a:off x="6421160" y="9321734"/>
            <a:ext cx="1986134" cy="662280"/>
          </a:xfrm>
          <a:prstGeom prst="rect">
            <a:avLst/>
          </a:prstGeom>
        </p:spPr>
        <p:txBody>
          <a:bodyPr vert="horz" lIns="22860" tIns="22860" rIns="22860" bIns="22860" rtlCol="0">
            <a:normAutofit/>
          </a:bodyPr>
          <a:lstStyle>
            <a:lvl1pPr marL="0" indent="0" defTabSz="1371600">
              <a:spcBef>
                <a:spcPts val="1500"/>
              </a:spcBef>
              <a:buSzTx/>
              <a:buNone/>
              <a:defRPr sz="4200">
                <a:latin typeface="Universal Sans Text 430"/>
                <a:ea typeface="Universal Sans Text 430"/>
                <a:cs typeface="Universal Sans Text 430"/>
                <a:sym typeface="Universal Sans Text 430"/>
              </a:defRPr>
            </a:lvl1pPr>
          </a:lstStyle>
          <a:p>
            <a:r>
              <a:t>Company Mission</a:t>
            </a:r>
          </a:p>
        </p:txBody>
      </p:sp>
      <p:sp>
        <p:nvSpPr>
          <p:cNvPr id="308" name="1"/>
          <p:cNvSpPr txBox="1"/>
          <p:nvPr/>
        </p:nvSpPr>
        <p:spPr>
          <a:xfrm>
            <a:off x="16313600" y="6403706"/>
            <a:ext cx="1986134" cy="44370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60" rIns="22860">
            <a:normAutofit/>
          </a:bodyPr>
          <a:lstStyle>
            <a:lvl1pPr defTabSz="1316736">
              <a:spcBef>
                <a:spcPts val="1400"/>
              </a:spcBef>
              <a:defRPr sz="57600">
                <a:solidFill>
                  <a:srgbClr val="D5D5D5"/>
                </a:solidFill>
                <a:latin typeface="Universal Sans Text 630"/>
                <a:ea typeface="Universal Sans Text 630"/>
                <a:cs typeface="Universal Sans Text 630"/>
                <a:sym typeface="Universal Sans Text 630"/>
              </a:defRPr>
            </a:lvl1pPr>
          </a:lstStyle>
          <a:p>
            <a:r>
              <a:rPr sz="2880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 name="Title Here"/>
          <p:cNvSpPr txBox="1"/>
          <p:nvPr/>
        </p:nvSpPr>
        <p:spPr>
          <a:xfrm>
            <a:off x="6472035" y="4358286"/>
            <a:ext cx="5722180" cy="51296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5400" tIns="25400" rIns="25400" bIns="25400" anchor="ctr">
            <a:spAutoFit/>
          </a:bodyPr>
          <a:lstStyle/>
          <a:p>
            <a:pPr>
              <a:defRPr sz="6000">
                <a:gradFill flip="none" rotWithShape="1">
                  <a:gsLst>
                    <a:gs pos="0">
                      <a:srgbClr val="FFFFFF"/>
                    </a:gs>
                    <a:gs pos="100000">
                      <a:srgbClr val="929292"/>
                    </a:gs>
                  </a:gsLst>
                  <a:lin ang="0" scaled="0"/>
                </a:gradFill>
                <a:latin typeface="Universal Sans Display 430"/>
                <a:ea typeface="Universal Sans Display 430"/>
                <a:cs typeface="Universal Sans Display 430"/>
                <a:sym typeface="Universal Sans Display 430"/>
              </a:defRPr>
            </a:pPr>
            <a:r>
              <a:rPr sz="3000"/>
              <a:t>Title Here</a:t>
            </a:r>
            <a:r>
              <a:rPr sz="600">
                <a:latin typeface="Times Roman"/>
                <a:ea typeface="Times Roman"/>
                <a:cs typeface="Times Roman"/>
                <a:sym typeface="Times Roman"/>
              </a:rPr>
              <a:t> </a:t>
            </a:r>
          </a:p>
        </p:txBody>
      </p:sp>
      <p:sp>
        <p:nvSpPr>
          <p:cNvPr id="920" name="Line"/>
          <p:cNvSpPr/>
          <p:nvPr/>
        </p:nvSpPr>
        <p:spPr>
          <a:xfrm flipH="1" flipV="1">
            <a:off x="6432318" y="8427241"/>
            <a:ext cx="11519369" cy="1"/>
          </a:xfrm>
          <a:prstGeom prst="line">
            <a:avLst/>
          </a:prstGeom>
          <a:ln w="25400">
            <a:solidFill>
              <a:srgbClr val="D5D5D5">
                <a:alpha val="55622"/>
              </a:srgbClr>
            </a:solidFill>
            <a:miter lim="400000"/>
          </a:ln>
        </p:spPr>
        <p:txBody>
          <a:bodyPr lIns="25400" tIns="25400" rIns="25400" bIns="25400" anchor="ctr"/>
          <a:lstStyle/>
          <a:p>
            <a:endParaRPr sz="900"/>
          </a:p>
        </p:txBody>
      </p:sp>
      <p:sp>
        <p:nvSpPr>
          <p:cNvPr id="921" name="Presenter Name"/>
          <p:cNvSpPr txBox="1"/>
          <p:nvPr/>
        </p:nvSpPr>
        <p:spPr>
          <a:xfrm>
            <a:off x="6474333" y="8572485"/>
            <a:ext cx="1691023" cy="28982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5400" tIns="25400" rIns="25400" bIns="25400" anchor="ctr">
            <a:spAutoFit/>
          </a:bodyPr>
          <a:lstStyle>
            <a:lvl1pPr>
              <a:defRPr sz="3100">
                <a:solidFill>
                  <a:srgbClr val="FFFFFF"/>
                </a:solidFill>
                <a:latin typeface="Universal Sans Display 430"/>
                <a:ea typeface="Universal Sans Display 430"/>
                <a:cs typeface="Universal Sans Display 430"/>
                <a:sym typeface="Universal Sans Display 430"/>
              </a:defRPr>
            </a:lvl1pPr>
          </a:lstStyle>
          <a:p>
            <a:r>
              <a:rPr sz="1550"/>
              <a:t>Presenter Name</a:t>
            </a:r>
          </a:p>
        </p:txBody>
      </p:sp>
      <p:pic>
        <p:nvPicPr>
          <p:cNvPr id="922" name="02_0x0-Tesla_T_White.png" descr="02_0x0-Tesla_T_White.png"/>
          <p:cNvPicPr>
            <a:picLocks noChangeAspect="1"/>
          </p:cNvPicPr>
          <p:nvPr/>
        </p:nvPicPr>
        <p:blipFill>
          <a:blip r:embed="rId3"/>
          <a:stretch>
            <a:fillRect/>
          </a:stretch>
        </p:blipFill>
        <p:spPr>
          <a:xfrm>
            <a:off x="6440432" y="8884451"/>
            <a:ext cx="261159" cy="251850"/>
          </a:xfrm>
          <a:prstGeom prst="rect">
            <a:avLst/>
          </a:prstGeom>
          <a:ln w="12700">
            <a:miter lim="400000"/>
          </a:ln>
        </p:spPr>
      </p:pic>
      <p:sp>
        <p:nvSpPr>
          <p:cNvPr id="923" name="Job Title"/>
          <p:cNvSpPr txBox="1"/>
          <p:nvPr/>
        </p:nvSpPr>
        <p:spPr>
          <a:xfrm>
            <a:off x="6711595" y="8865467"/>
            <a:ext cx="4613999" cy="28982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5400" tIns="25400" rIns="25400" bIns="25400" anchor="ctr">
            <a:spAutoFit/>
          </a:bodyPr>
          <a:lstStyle>
            <a:lvl1pPr>
              <a:defRPr sz="3100">
                <a:solidFill>
                  <a:srgbClr val="929292"/>
                </a:solidFill>
                <a:latin typeface="Universal Sans Display 430"/>
                <a:ea typeface="Universal Sans Display 430"/>
                <a:cs typeface="Universal Sans Display 430"/>
                <a:sym typeface="Universal Sans Display 430"/>
              </a:defRPr>
            </a:lvl1pPr>
          </a:lstStyle>
          <a:p>
            <a:r>
              <a:rPr sz="1550"/>
              <a:t>Job Title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 name="Group_62.jpg" descr="Group_62.jpg"/>
          <p:cNvPicPr>
            <a:picLocks noChangeAspect="1"/>
          </p:cNvPicPr>
          <p:nvPr/>
        </p:nvPicPr>
        <p:blipFill>
          <a:blip r:embed="rId3"/>
          <a:srcRect t="23640" b="23640"/>
          <a:stretch>
            <a:fillRect/>
          </a:stretch>
        </p:blipFill>
        <p:spPr>
          <a:xfrm>
            <a:off x="6248402" y="6479142"/>
            <a:ext cx="11887197" cy="3525136"/>
          </a:xfrm>
          <a:prstGeom prst="rect">
            <a:avLst/>
          </a:prstGeom>
          <a:ln w="12700">
            <a:miter lim="400000"/>
          </a:ln>
        </p:spPr>
      </p:pic>
      <p:sp>
        <p:nvSpPr>
          <p:cNvPr id="963" name="Title Statement"/>
          <p:cNvSpPr txBox="1"/>
          <p:nvPr/>
        </p:nvSpPr>
        <p:spPr>
          <a:xfrm>
            <a:off x="6279421" y="3863013"/>
            <a:ext cx="5076162" cy="1897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5400" tIns="25400" rIns="25400" bIns="25400">
            <a:spAutoFit/>
          </a:bodyPr>
          <a:lstStyle>
            <a:lvl1pPr>
              <a:defRPr>
                <a:latin typeface="Universal Sans Text 430"/>
                <a:ea typeface="Universal Sans Text 430"/>
                <a:cs typeface="Universal Sans Text 430"/>
                <a:sym typeface="Universal Sans Text 430"/>
              </a:defRPr>
            </a:lvl1pPr>
          </a:lstStyle>
          <a:p>
            <a:r>
              <a:rPr sz="900"/>
              <a:t>Title Statement</a:t>
            </a:r>
          </a:p>
        </p:txBody>
      </p:sp>
      <p:sp>
        <p:nvSpPr>
          <p:cNvPr id="964" name="Lorem ipsum dolor sit amet, consectetur adipiscing elit, sed do eiusmod tempor incididunt ut labore et dolore magna aliqua. Ut enim ad minim veniam, quis nostrud exercitation ullamco laboris nisi ut aliquip ex ea commodo consequat. Duis aute irure dolor "/>
          <p:cNvSpPr txBox="1"/>
          <p:nvPr/>
        </p:nvSpPr>
        <p:spPr>
          <a:xfrm>
            <a:off x="6311962" y="4696545"/>
            <a:ext cx="5798495" cy="155940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5400" tIns="25400" rIns="25400" bIns="25400">
            <a:spAutoFit/>
          </a:bodyPr>
          <a:lstStyle>
            <a:lvl1pPr>
              <a:defRPr sz="2800">
                <a:solidFill>
                  <a:srgbClr val="ACACB0"/>
                </a:solidFill>
                <a:latin typeface="Universal Sans Text 430"/>
                <a:ea typeface="Universal Sans Text 430"/>
                <a:cs typeface="Universal Sans Text 430"/>
                <a:sym typeface="Universal Sans Text 430"/>
              </a:defRPr>
            </a:lvl1pPr>
          </a:lstStyle>
          <a:p>
            <a:r>
              <a:rPr sz="1400"/>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 name="Rounded Rectangle"/>
          <p:cNvSpPr/>
          <p:nvPr/>
        </p:nvSpPr>
        <p:spPr>
          <a:xfrm>
            <a:off x="14304961" y="4678156"/>
            <a:ext cx="227408" cy="4532482"/>
          </a:xfrm>
          <a:prstGeom prst="roundRect">
            <a:avLst>
              <a:gd name="adj" fmla="val 44434"/>
            </a:avLst>
          </a:prstGeom>
          <a:solidFill>
            <a:srgbClr val="FFFFFF">
              <a:alpha val="32492"/>
            </a:srgbClr>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970" name="Bar Chart"/>
          <p:cNvSpPr txBox="1"/>
          <p:nvPr/>
        </p:nvSpPr>
        <p:spPr>
          <a:xfrm>
            <a:off x="6508964" y="3966489"/>
            <a:ext cx="1471557" cy="4667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5400">
                <a:solidFill>
                  <a:srgbClr val="FFFFFF"/>
                </a:solidFill>
                <a:latin typeface="Universal Sans Display 430"/>
                <a:ea typeface="Universal Sans Display 430"/>
                <a:cs typeface="Universal Sans Display 430"/>
                <a:sym typeface="Universal Sans Display 430"/>
              </a:defRPr>
            </a:lvl1pPr>
          </a:lstStyle>
          <a:p>
            <a:r>
              <a:rPr sz="2700"/>
              <a:t>Bar Chart</a:t>
            </a:r>
          </a:p>
        </p:txBody>
      </p:sp>
      <p:sp>
        <p:nvSpPr>
          <p:cNvPr id="971" name="Powerwall…"/>
          <p:cNvSpPr txBox="1"/>
          <p:nvPr/>
        </p:nvSpPr>
        <p:spPr>
          <a:xfrm>
            <a:off x="6612828" y="4611131"/>
            <a:ext cx="2494273" cy="11721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spcBef>
                <a:spcPts val="50"/>
              </a:spcBef>
              <a:defRPr sz="3600">
                <a:solidFill>
                  <a:srgbClr val="929292"/>
                </a:solidFill>
                <a:latin typeface="Universal Sans Display 430"/>
                <a:ea typeface="Universal Sans Display 430"/>
                <a:cs typeface="Universal Sans Display 430"/>
                <a:sym typeface="Universal Sans Display 430"/>
              </a:defRPr>
            </a:pPr>
            <a:r>
              <a:rPr sz="3600"/>
              <a:t>Powerwall</a:t>
            </a:r>
          </a:p>
          <a:p>
            <a:pPr>
              <a:spcBef>
                <a:spcPts val="50"/>
              </a:spcBef>
              <a:defRPr sz="3600">
                <a:solidFill>
                  <a:srgbClr val="929292"/>
                </a:solidFill>
                <a:latin typeface="Universal Sans Display 430"/>
                <a:ea typeface="Universal Sans Display 430"/>
                <a:cs typeface="Universal Sans Display 430"/>
                <a:sym typeface="Universal Sans Display 430"/>
              </a:defRPr>
            </a:pPr>
            <a:r>
              <a:rPr sz="3600"/>
              <a:t>Deployment</a:t>
            </a:r>
          </a:p>
        </p:txBody>
      </p:sp>
      <p:sp>
        <p:nvSpPr>
          <p:cNvPr id="972" name="Rounded Rectangle"/>
          <p:cNvSpPr/>
          <p:nvPr/>
        </p:nvSpPr>
        <p:spPr>
          <a:xfrm>
            <a:off x="7282407" y="8706184"/>
            <a:ext cx="214363" cy="504454"/>
          </a:xfrm>
          <a:prstGeom prst="roundRect">
            <a:avLst>
              <a:gd name="adj" fmla="val 44434"/>
            </a:avLst>
          </a:prstGeom>
          <a:solidFill>
            <a:srgbClr val="FFFFFF"/>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973" name="Line"/>
          <p:cNvSpPr/>
          <p:nvPr/>
        </p:nvSpPr>
        <p:spPr>
          <a:xfrm>
            <a:off x="6463469" y="9331234"/>
            <a:ext cx="11457062" cy="1"/>
          </a:xfrm>
          <a:prstGeom prst="line">
            <a:avLst/>
          </a:prstGeom>
          <a:ln w="25400">
            <a:solidFill>
              <a:srgbClr val="929292"/>
            </a:solidFill>
            <a:miter lim="400000"/>
          </a:ln>
        </p:spPr>
        <p:txBody>
          <a:bodyPr lIns="25400" tIns="25400" rIns="25400" bIns="25400" anchor="ctr"/>
          <a:lstStyle/>
          <a:p>
            <a:endParaRPr sz="900"/>
          </a:p>
        </p:txBody>
      </p:sp>
      <p:sp>
        <p:nvSpPr>
          <p:cNvPr id="974" name="2020"/>
          <p:cNvSpPr txBox="1"/>
          <p:nvPr/>
        </p:nvSpPr>
        <p:spPr>
          <a:xfrm>
            <a:off x="7058204" y="9449420"/>
            <a:ext cx="660437" cy="3667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4100">
                <a:solidFill>
                  <a:srgbClr val="AFAFAF"/>
                </a:solidFill>
                <a:latin typeface="Universal Sans Display 430"/>
                <a:ea typeface="Universal Sans Display 430"/>
                <a:cs typeface="Universal Sans Display 430"/>
                <a:sym typeface="Universal Sans Display 430"/>
              </a:defRPr>
            </a:lvl1pPr>
          </a:lstStyle>
          <a:p>
            <a:r>
              <a:rPr sz="2050"/>
              <a:t>2020</a:t>
            </a:r>
          </a:p>
        </p:txBody>
      </p:sp>
      <p:sp>
        <p:nvSpPr>
          <p:cNvPr id="975" name="2021"/>
          <p:cNvSpPr txBox="1"/>
          <p:nvPr/>
        </p:nvSpPr>
        <p:spPr>
          <a:xfrm>
            <a:off x="8151478" y="9449420"/>
            <a:ext cx="591509" cy="3667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4100">
                <a:solidFill>
                  <a:srgbClr val="AFAFAF"/>
                </a:solidFill>
                <a:latin typeface="Universal Sans Display 430"/>
                <a:ea typeface="Universal Sans Display 430"/>
                <a:cs typeface="Universal Sans Display 430"/>
                <a:sym typeface="Universal Sans Display 430"/>
              </a:defRPr>
            </a:lvl1pPr>
          </a:lstStyle>
          <a:p>
            <a:r>
              <a:rPr sz="2050"/>
              <a:t>2021</a:t>
            </a:r>
          </a:p>
        </p:txBody>
      </p:sp>
      <p:sp>
        <p:nvSpPr>
          <p:cNvPr id="976" name="2022"/>
          <p:cNvSpPr txBox="1"/>
          <p:nvPr/>
        </p:nvSpPr>
        <p:spPr>
          <a:xfrm>
            <a:off x="9140249" y="9449420"/>
            <a:ext cx="644407" cy="3667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4100">
                <a:solidFill>
                  <a:srgbClr val="AFAFAF"/>
                </a:solidFill>
                <a:latin typeface="Universal Sans Display 430"/>
                <a:ea typeface="Universal Sans Display 430"/>
                <a:cs typeface="Universal Sans Display 430"/>
                <a:sym typeface="Universal Sans Display 430"/>
              </a:defRPr>
            </a:lvl1pPr>
          </a:lstStyle>
          <a:p>
            <a:r>
              <a:rPr sz="2050"/>
              <a:t>2022</a:t>
            </a:r>
          </a:p>
        </p:txBody>
      </p:sp>
      <p:sp>
        <p:nvSpPr>
          <p:cNvPr id="977" name="2023"/>
          <p:cNvSpPr txBox="1"/>
          <p:nvPr/>
        </p:nvSpPr>
        <p:spPr>
          <a:xfrm>
            <a:off x="10175644" y="9449420"/>
            <a:ext cx="650819" cy="3667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4100">
                <a:solidFill>
                  <a:srgbClr val="AFAFAF"/>
                </a:solidFill>
                <a:latin typeface="Universal Sans Display 430"/>
                <a:ea typeface="Universal Sans Display 430"/>
                <a:cs typeface="Universal Sans Display 430"/>
                <a:sym typeface="Universal Sans Display 430"/>
              </a:defRPr>
            </a:lvl1pPr>
          </a:lstStyle>
          <a:p>
            <a:r>
              <a:rPr sz="2050"/>
              <a:t>2023</a:t>
            </a:r>
          </a:p>
        </p:txBody>
      </p:sp>
      <p:sp>
        <p:nvSpPr>
          <p:cNvPr id="978" name="2024"/>
          <p:cNvSpPr txBox="1"/>
          <p:nvPr/>
        </p:nvSpPr>
        <p:spPr>
          <a:xfrm>
            <a:off x="11214936" y="9449420"/>
            <a:ext cx="650819" cy="3667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4100">
                <a:solidFill>
                  <a:srgbClr val="AFAFAF"/>
                </a:solidFill>
                <a:latin typeface="Universal Sans Display 430"/>
                <a:ea typeface="Universal Sans Display 430"/>
                <a:cs typeface="Universal Sans Display 430"/>
                <a:sym typeface="Universal Sans Display 430"/>
              </a:defRPr>
            </a:lvl1pPr>
          </a:lstStyle>
          <a:p>
            <a:r>
              <a:rPr sz="2050"/>
              <a:t>2024</a:t>
            </a:r>
          </a:p>
        </p:txBody>
      </p:sp>
      <p:sp>
        <p:nvSpPr>
          <p:cNvPr id="979" name="2025"/>
          <p:cNvSpPr txBox="1"/>
          <p:nvPr/>
        </p:nvSpPr>
        <p:spPr>
          <a:xfrm>
            <a:off x="12252802" y="9449420"/>
            <a:ext cx="647613" cy="3667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4100">
                <a:solidFill>
                  <a:srgbClr val="AFAFAF"/>
                </a:solidFill>
                <a:latin typeface="Universal Sans Display 430"/>
                <a:ea typeface="Universal Sans Display 430"/>
                <a:cs typeface="Universal Sans Display 430"/>
                <a:sym typeface="Universal Sans Display 430"/>
              </a:defRPr>
            </a:lvl1pPr>
          </a:lstStyle>
          <a:p>
            <a:r>
              <a:rPr sz="2050"/>
              <a:t>2025</a:t>
            </a:r>
          </a:p>
        </p:txBody>
      </p:sp>
      <p:sp>
        <p:nvSpPr>
          <p:cNvPr id="980" name="2026"/>
          <p:cNvSpPr txBox="1"/>
          <p:nvPr/>
        </p:nvSpPr>
        <p:spPr>
          <a:xfrm>
            <a:off x="14090015" y="9449420"/>
            <a:ext cx="655629" cy="3667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4100">
                <a:solidFill>
                  <a:srgbClr val="FFFFFF"/>
                </a:solidFill>
                <a:latin typeface="Universal Sans Display 430"/>
                <a:ea typeface="Universal Sans Display 430"/>
                <a:cs typeface="Universal Sans Display 430"/>
                <a:sym typeface="Universal Sans Display 430"/>
              </a:defRPr>
            </a:lvl1pPr>
          </a:lstStyle>
          <a:p>
            <a:r>
              <a:rPr sz="2050"/>
              <a:t>2026</a:t>
            </a:r>
          </a:p>
        </p:txBody>
      </p:sp>
      <p:sp>
        <p:nvSpPr>
          <p:cNvPr id="981" name="Rounded Rectangle"/>
          <p:cNvSpPr/>
          <p:nvPr/>
        </p:nvSpPr>
        <p:spPr>
          <a:xfrm>
            <a:off x="8322957" y="8491201"/>
            <a:ext cx="214363" cy="719439"/>
          </a:xfrm>
          <a:prstGeom prst="roundRect">
            <a:avLst>
              <a:gd name="adj" fmla="val 44434"/>
            </a:avLst>
          </a:prstGeom>
          <a:solidFill>
            <a:srgbClr val="FFFFFF"/>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982" name="Rounded Rectangle"/>
          <p:cNvSpPr/>
          <p:nvPr/>
        </p:nvSpPr>
        <p:spPr>
          <a:xfrm>
            <a:off x="9356698" y="8287234"/>
            <a:ext cx="214363" cy="923404"/>
          </a:xfrm>
          <a:prstGeom prst="roundRect">
            <a:avLst>
              <a:gd name="adj" fmla="val 44434"/>
            </a:avLst>
          </a:prstGeom>
          <a:solidFill>
            <a:srgbClr val="FFFFFF"/>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983" name="Rounded Rectangle"/>
          <p:cNvSpPr/>
          <p:nvPr/>
        </p:nvSpPr>
        <p:spPr>
          <a:xfrm>
            <a:off x="10390439" y="6986584"/>
            <a:ext cx="222501" cy="2224054"/>
          </a:xfrm>
          <a:prstGeom prst="roundRect">
            <a:avLst>
              <a:gd name="adj" fmla="val 44434"/>
            </a:avLst>
          </a:prstGeom>
          <a:solidFill>
            <a:srgbClr val="FFFFFF"/>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984" name="Rounded Rectangle"/>
          <p:cNvSpPr/>
          <p:nvPr/>
        </p:nvSpPr>
        <p:spPr>
          <a:xfrm>
            <a:off x="11424180" y="7202530"/>
            <a:ext cx="214363" cy="2008108"/>
          </a:xfrm>
          <a:prstGeom prst="roundRect">
            <a:avLst>
              <a:gd name="adj" fmla="val 44434"/>
            </a:avLst>
          </a:prstGeom>
          <a:solidFill>
            <a:srgbClr val="FFFFFF"/>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985" name="Rounded Rectangle"/>
          <p:cNvSpPr/>
          <p:nvPr/>
        </p:nvSpPr>
        <p:spPr>
          <a:xfrm>
            <a:off x="12436099" y="6117204"/>
            <a:ext cx="214363" cy="3093434"/>
          </a:xfrm>
          <a:prstGeom prst="roundRect">
            <a:avLst>
              <a:gd name="adj" fmla="val 44434"/>
            </a:avLst>
          </a:prstGeom>
          <a:solidFill>
            <a:srgbClr val="FFFFFF"/>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986" name="Rounded Rectangle"/>
          <p:cNvSpPr/>
          <p:nvPr/>
        </p:nvSpPr>
        <p:spPr>
          <a:xfrm>
            <a:off x="14308222" y="7103927"/>
            <a:ext cx="220886" cy="2106713"/>
          </a:xfrm>
          <a:prstGeom prst="roundRect">
            <a:avLst>
              <a:gd name="adj" fmla="val 44434"/>
            </a:avLst>
          </a:prstGeom>
          <a:solidFill>
            <a:srgbClr val="FFFFFF"/>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987" name="2,086"/>
          <p:cNvSpPr txBox="1"/>
          <p:nvPr/>
        </p:nvSpPr>
        <p:spPr>
          <a:xfrm>
            <a:off x="7110577" y="8180387"/>
            <a:ext cx="564257"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3100">
                <a:solidFill>
                  <a:srgbClr val="D5D5D5"/>
                </a:solidFill>
                <a:latin typeface="Universal Sans Display 430"/>
                <a:ea typeface="Universal Sans Display 430"/>
                <a:cs typeface="Universal Sans Display 430"/>
                <a:sym typeface="Universal Sans Display 430"/>
              </a:defRPr>
            </a:lvl1pPr>
          </a:lstStyle>
          <a:p>
            <a:r>
              <a:rPr sz="1550"/>
              <a:t>2,086</a:t>
            </a:r>
          </a:p>
        </p:txBody>
      </p:sp>
      <p:sp>
        <p:nvSpPr>
          <p:cNvPr id="988" name="2,759"/>
          <p:cNvSpPr txBox="1"/>
          <p:nvPr/>
        </p:nvSpPr>
        <p:spPr>
          <a:xfrm>
            <a:off x="8151127" y="7953702"/>
            <a:ext cx="546625"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3100">
                <a:solidFill>
                  <a:srgbClr val="D5D5D5"/>
                </a:solidFill>
                <a:latin typeface="Universal Sans Display 430"/>
                <a:ea typeface="Universal Sans Display 430"/>
                <a:cs typeface="Universal Sans Display 430"/>
                <a:sym typeface="Universal Sans Display 430"/>
              </a:defRPr>
            </a:lvl1pPr>
          </a:lstStyle>
          <a:p>
            <a:r>
              <a:rPr sz="1550"/>
              <a:t>2,759</a:t>
            </a:r>
          </a:p>
        </p:txBody>
      </p:sp>
      <p:sp>
        <p:nvSpPr>
          <p:cNvPr id="989" name="4,663"/>
          <p:cNvSpPr txBox="1"/>
          <p:nvPr/>
        </p:nvSpPr>
        <p:spPr>
          <a:xfrm>
            <a:off x="9195682" y="7761437"/>
            <a:ext cx="562655"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3100">
                <a:solidFill>
                  <a:srgbClr val="D5D5D5"/>
                </a:solidFill>
                <a:latin typeface="Universal Sans Display 430"/>
                <a:ea typeface="Universal Sans Display 430"/>
                <a:cs typeface="Universal Sans Display 430"/>
                <a:sym typeface="Universal Sans Display 430"/>
              </a:defRPr>
            </a:lvl1pPr>
          </a:lstStyle>
          <a:p>
            <a:r>
              <a:rPr sz="1550"/>
              <a:t>4,663</a:t>
            </a:r>
          </a:p>
        </p:txBody>
      </p:sp>
      <p:sp>
        <p:nvSpPr>
          <p:cNvPr id="990" name="10,927"/>
          <p:cNvSpPr txBox="1"/>
          <p:nvPr/>
        </p:nvSpPr>
        <p:spPr>
          <a:xfrm>
            <a:off x="10195717" y="6460787"/>
            <a:ext cx="625171"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3100">
                <a:solidFill>
                  <a:srgbClr val="D5D5D5"/>
                </a:solidFill>
                <a:latin typeface="Universal Sans Display 430"/>
                <a:ea typeface="Universal Sans Display 430"/>
                <a:cs typeface="Universal Sans Display 430"/>
                <a:sym typeface="Universal Sans Display 430"/>
              </a:defRPr>
            </a:lvl1pPr>
          </a:lstStyle>
          <a:p>
            <a:r>
              <a:rPr sz="1550"/>
              <a:t>10,927</a:t>
            </a:r>
          </a:p>
        </p:txBody>
      </p:sp>
      <p:sp>
        <p:nvSpPr>
          <p:cNvPr id="991" name="10,711"/>
          <p:cNvSpPr txBox="1"/>
          <p:nvPr/>
        </p:nvSpPr>
        <p:spPr>
          <a:xfrm>
            <a:off x="11225387" y="6713092"/>
            <a:ext cx="537006"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3100">
                <a:solidFill>
                  <a:srgbClr val="D5D5D5"/>
                </a:solidFill>
                <a:latin typeface="Universal Sans Display 430"/>
                <a:ea typeface="Universal Sans Display 430"/>
                <a:cs typeface="Universal Sans Display 430"/>
                <a:sym typeface="Universal Sans Display 430"/>
              </a:defRPr>
            </a:lvl1pPr>
          </a:lstStyle>
          <a:p>
            <a:r>
              <a:rPr sz="1550"/>
              <a:t>10,711</a:t>
            </a:r>
          </a:p>
        </p:txBody>
      </p:sp>
      <p:sp>
        <p:nvSpPr>
          <p:cNvPr id="992" name="17,505"/>
          <p:cNvSpPr txBox="1"/>
          <p:nvPr/>
        </p:nvSpPr>
        <p:spPr>
          <a:xfrm>
            <a:off x="12241922" y="5591407"/>
            <a:ext cx="623569"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3100">
                <a:solidFill>
                  <a:srgbClr val="D5D5D5"/>
                </a:solidFill>
                <a:latin typeface="Universal Sans Display 430"/>
                <a:ea typeface="Universal Sans Display 430"/>
                <a:cs typeface="Universal Sans Display 430"/>
                <a:sym typeface="Universal Sans Display 430"/>
              </a:defRPr>
            </a:lvl1pPr>
          </a:lstStyle>
          <a:p>
            <a:r>
              <a:rPr sz="1550"/>
              <a:t>17,505</a:t>
            </a:r>
          </a:p>
        </p:txBody>
      </p:sp>
      <p:sp>
        <p:nvSpPr>
          <p:cNvPr id="993" name="10,875"/>
          <p:cNvSpPr txBox="1"/>
          <p:nvPr/>
        </p:nvSpPr>
        <p:spPr>
          <a:xfrm>
            <a:off x="16793615" y="6934832"/>
            <a:ext cx="626775"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3100">
                <a:solidFill>
                  <a:srgbClr val="D5D5D5"/>
                </a:solidFill>
                <a:latin typeface="Universal Sans Display 430"/>
                <a:ea typeface="Universal Sans Display 430"/>
                <a:cs typeface="Universal Sans Display 430"/>
                <a:sym typeface="Universal Sans Display 430"/>
              </a:defRPr>
            </a:lvl1pPr>
          </a:lstStyle>
          <a:p>
            <a:r>
              <a:rPr sz="1550"/>
              <a:t>10,875</a:t>
            </a:r>
          </a:p>
        </p:txBody>
      </p:sp>
      <p:sp>
        <p:nvSpPr>
          <p:cNvPr id="994" name="22,000"/>
          <p:cNvSpPr txBox="1"/>
          <p:nvPr/>
        </p:nvSpPr>
        <p:spPr>
          <a:xfrm>
            <a:off x="16762232" y="4626994"/>
            <a:ext cx="684483"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3100">
                <a:solidFill>
                  <a:srgbClr val="D5D5D5"/>
                </a:solidFill>
                <a:latin typeface="Universal Sans Display 430"/>
                <a:ea typeface="Universal Sans Display 430"/>
                <a:cs typeface="Universal Sans Display 430"/>
                <a:sym typeface="Universal Sans Display 430"/>
              </a:defRPr>
            </a:lvl1pPr>
          </a:lstStyle>
          <a:p>
            <a:r>
              <a:rPr sz="1550"/>
              <a:t>22,000</a:t>
            </a:r>
          </a:p>
        </p:txBody>
      </p:sp>
      <p:sp>
        <p:nvSpPr>
          <p:cNvPr id="995" name="Line"/>
          <p:cNvSpPr/>
          <p:nvPr/>
        </p:nvSpPr>
        <p:spPr>
          <a:xfrm>
            <a:off x="14227831" y="7079742"/>
            <a:ext cx="2417773" cy="1"/>
          </a:xfrm>
          <a:prstGeom prst="line">
            <a:avLst/>
          </a:prstGeom>
          <a:ln w="63500" cap="rnd">
            <a:solidFill>
              <a:srgbClr val="FFFFFF"/>
            </a:solidFill>
            <a:custDash>
              <a:ds d="100000" sp="200000"/>
            </a:custDash>
          </a:ln>
        </p:spPr>
        <p:txBody>
          <a:bodyPr lIns="25400" tIns="25400" rIns="25400" bIns="25400" anchor="ctr"/>
          <a:lstStyle/>
          <a:p>
            <a:endParaRPr sz="900"/>
          </a:p>
        </p:txBody>
      </p:sp>
      <p:sp>
        <p:nvSpPr>
          <p:cNvPr id="996" name="Current"/>
          <p:cNvSpPr txBox="1"/>
          <p:nvPr/>
        </p:nvSpPr>
        <p:spPr>
          <a:xfrm>
            <a:off x="16779413" y="6713092"/>
            <a:ext cx="710131"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3100">
                <a:solidFill>
                  <a:srgbClr val="D5D5D5"/>
                </a:solidFill>
                <a:latin typeface="Universal Sans Display 430"/>
                <a:ea typeface="Universal Sans Display 430"/>
                <a:cs typeface="Universal Sans Display 430"/>
                <a:sym typeface="Universal Sans Display 430"/>
              </a:defRPr>
            </a:lvl1pPr>
          </a:lstStyle>
          <a:p>
            <a:r>
              <a:rPr sz="1550"/>
              <a:t>Current</a:t>
            </a:r>
          </a:p>
        </p:txBody>
      </p:sp>
      <p:sp>
        <p:nvSpPr>
          <p:cNvPr id="997" name="Line"/>
          <p:cNvSpPr/>
          <p:nvPr/>
        </p:nvSpPr>
        <p:spPr>
          <a:xfrm>
            <a:off x="14227831" y="4685207"/>
            <a:ext cx="2417773" cy="1"/>
          </a:xfrm>
          <a:prstGeom prst="line">
            <a:avLst/>
          </a:prstGeom>
          <a:ln w="63500" cap="rnd">
            <a:solidFill>
              <a:srgbClr val="FFFFFF"/>
            </a:solidFill>
            <a:custDash>
              <a:ds d="100000" sp="200000"/>
            </a:custDash>
          </a:ln>
        </p:spPr>
        <p:txBody>
          <a:bodyPr lIns="25400" tIns="25400" rIns="25400" bIns="25400" anchor="ctr"/>
          <a:lstStyle/>
          <a:p>
            <a:endParaRPr sz="900"/>
          </a:p>
        </p:txBody>
      </p:sp>
      <p:sp>
        <p:nvSpPr>
          <p:cNvPr id="998" name="Forecast"/>
          <p:cNvSpPr txBox="1"/>
          <p:nvPr/>
        </p:nvSpPr>
        <p:spPr>
          <a:xfrm>
            <a:off x="16745940" y="4383065"/>
            <a:ext cx="806311"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3100">
                <a:solidFill>
                  <a:srgbClr val="D5D5D5"/>
                </a:solidFill>
                <a:latin typeface="Universal Sans Display 430"/>
                <a:ea typeface="Universal Sans Display 430"/>
                <a:cs typeface="Universal Sans Display 430"/>
                <a:sym typeface="Universal Sans Display 430"/>
              </a:defRPr>
            </a:lvl1pPr>
          </a:lstStyle>
          <a:p>
            <a:r>
              <a:rPr sz="1550"/>
              <a:t>Forecast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Mini Title"/>
          <p:cNvSpPr txBox="1"/>
          <p:nvPr/>
        </p:nvSpPr>
        <p:spPr>
          <a:xfrm>
            <a:off x="6337240" y="4317093"/>
            <a:ext cx="1150956" cy="3898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400">
                <a:solidFill>
                  <a:srgbClr val="5E5E5E"/>
                </a:solidFill>
                <a:latin typeface="Universal Sans Display 430"/>
                <a:ea typeface="Universal Sans Display 430"/>
                <a:cs typeface="Universal Sans Display 430"/>
                <a:sym typeface="Universal Sans Display 430"/>
              </a:defRPr>
            </a:lvl1pPr>
          </a:lstStyle>
          <a:p>
            <a:r>
              <a:rPr sz="2200"/>
              <a:t>Mini Title</a:t>
            </a:r>
          </a:p>
        </p:txBody>
      </p:sp>
      <p:sp>
        <p:nvSpPr>
          <p:cNvPr id="1001" name="Main title"/>
          <p:cNvSpPr txBox="1"/>
          <p:nvPr/>
        </p:nvSpPr>
        <p:spPr>
          <a:xfrm>
            <a:off x="6325392" y="4002426"/>
            <a:ext cx="508152"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a:solidFill>
                  <a:srgbClr val="929292"/>
                </a:solidFill>
                <a:latin typeface="Universal Sans Display 430"/>
                <a:ea typeface="Universal Sans Display 430"/>
                <a:cs typeface="Universal Sans Display 430"/>
                <a:sym typeface="Universal Sans Display 430"/>
              </a:defRPr>
            </a:lvl1pPr>
          </a:lstStyle>
          <a:p>
            <a:r>
              <a:rPr sz="900"/>
              <a:t>Main title</a:t>
            </a:r>
          </a:p>
        </p:txBody>
      </p:sp>
      <p:sp>
        <p:nvSpPr>
          <p:cNvPr id="1002" name="00"/>
          <p:cNvSpPr txBox="1"/>
          <p:nvPr/>
        </p:nvSpPr>
        <p:spPr>
          <a:xfrm>
            <a:off x="6419563" y="6441857"/>
            <a:ext cx="1748877" cy="14439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18100">
                <a:solidFill>
                  <a:srgbClr val="D5D5D5"/>
                </a:solidFill>
                <a:latin typeface="Universal Sans Display 530"/>
                <a:ea typeface="Universal Sans Display 530"/>
                <a:cs typeface="Universal Sans Display 530"/>
                <a:sym typeface="Universal Sans Display 530"/>
              </a:defRPr>
            </a:lvl1pPr>
          </a:lstStyle>
          <a:p>
            <a:r>
              <a:rPr sz="9050"/>
              <a:t>00 </a:t>
            </a:r>
          </a:p>
        </p:txBody>
      </p:sp>
      <p:sp>
        <p:nvSpPr>
          <p:cNvPr id="1003" name="Data Title 1"/>
          <p:cNvSpPr txBox="1"/>
          <p:nvPr/>
        </p:nvSpPr>
        <p:spPr>
          <a:xfrm>
            <a:off x="6434477" y="6220290"/>
            <a:ext cx="976229"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100">
                <a:solidFill>
                  <a:srgbClr val="5E5E5E"/>
                </a:solidFill>
                <a:latin typeface="Universal Sans Display 430"/>
                <a:ea typeface="Universal Sans Display 430"/>
                <a:cs typeface="Universal Sans Display 430"/>
                <a:sym typeface="Universal Sans Display 430"/>
              </a:defRPr>
            </a:lvl1pPr>
          </a:lstStyle>
          <a:p>
            <a:r>
              <a:rPr sz="1550"/>
              <a:t>Data Title 1</a:t>
            </a:r>
          </a:p>
        </p:txBody>
      </p:sp>
      <p:sp>
        <p:nvSpPr>
          <p:cNvPr id="1004" name="000"/>
          <p:cNvSpPr txBox="1"/>
          <p:nvPr/>
        </p:nvSpPr>
        <p:spPr>
          <a:xfrm>
            <a:off x="6412607" y="8225445"/>
            <a:ext cx="2450992" cy="16055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20200">
                <a:gradFill flip="none" rotWithShape="1">
                  <a:gsLst>
                    <a:gs pos="0">
                      <a:srgbClr val="D5D5D5"/>
                    </a:gs>
                    <a:gs pos="100000">
                      <a:srgbClr val="929292"/>
                    </a:gs>
                  </a:gsLst>
                  <a:lin ang="0" scaled="0"/>
                </a:gradFill>
                <a:latin typeface="Universal Sans Display 530"/>
                <a:ea typeface="Universal Sans Display 530"/>
                <a:cs typeface="Universal Sans Display 530"/>
                <a:sym typeface="Universal Sans Display 530"/>
              </a:defRPr>
            </a:lvl1pPr>
          </a:lstStyle>
          <a:p>
            <a:r>
              <a:rPr sz="10100"/>
              <a:t>000</a:t>
            </a:r>
          </a:p>
        </p:txBody>
      </p:sp>
      <p:sp>
        <p:nvSpPr>
          <p:cNvPr id="1005" name="Data Title 2"/>
          <p:cNvSpPr txBox="1"/>
          <p:nvPr/>
        </p:nvSpPr>
        <p:spPr>
          <a:xfrm>
            <a:off x="6432473" y="8110967"/>
            <a:ext cx="1016304"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100">
                <a:solidFill>
                  <a:srgbClr val="5E5E5E"/>
                </a:solidFill>
                <a:latin typeface="Universal Sans Display 430"/>
                <a:ea typeface="Universal Sans Display 430"/>
                <a:cs typeface="Universal Sans Display 430"/>
                <a:sym typeface="Universal Sans Display 430"/>
              </a:defRPr>
            </a:lvl1pPr>
          </a:lstStyle>
          <a:p>
            <a:r>
              <a:rPr sz="1550"/>
              <a:t>Data Title 2</a:t>
            </a:r>
          </a:p>
        </p:txBody>
      </p:sp>
      <p:sp>
        <p:nvSpPr>
          <p:cNvPr id="1006" name="000"/>
          <p:cNvSpPr txBox="1"/>
          <p:nvPr/>
        </p:nvSpPr>
        <p:spPr>
          <a:xfrm>
            <a:off x="10369217" y="8202805"/>
            <a:ext cx="2450992" cy="16055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20200">
                <a:gradFill flip="none" rotWithShape="1">
                  <a:gsLst>
                    <a:gs pos="0">
                      <a:srgbClr val="D5D5D5"/>
                    </a:gs>
                    <a:gs pos="100000">
                      <a:srgbClr val="929292"/>
                    </a:gs>
                  </a:gsLst>
                  <a:lin ang="0" scaled="0"/>
                </a:gradFill>
                <a:latin typeface="Universal Sans Display 530"/>
                <a:ea typeface="Universal Sans Display 530"/>
                <a:cs typeface="Universal Sans Display 530"/>
                <a:sym typeface="Universal Sans Display 530"/>
              </a:defRPr>
            </a:lvl1pPr>
          </a:lstStyle>
          <a:p>
            <a:r>
              <a:rPr sz="10100"/>
              <a:t>000</a:t>
            </a:r>
          </a:p>
        </p:txBody>
      </p:sp>
      <p:sp>
        <p:nvSpPr>
          <p:cNvPr id="1007" name="Data Title 3"/>
          <p:cNvSpPr txBox="1"/>
          <p:nvPr/>
        </p:nvSpPr>
        <p:spPr>
          <a:xfrm>
            <a:off x="10427731" y="8110967"/>
            <a:ext cx="1021113"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100">
                <a:solidFill>
                  <a:srgbClr val="5E5E5E"/>
                </a:solidFill>
                <a:latin typeface="Universal Sans Display 430"/>
                <a:ea typeface="Universal Sans Display 430"/>
                <a:cs typeface="Universal Sans Display 430"/>
                <a:sym typeface="Universal Sans Display 430"/>
              </a:defRPr>
            </a:lvl1pPr>
          </a:lstStyle>
          <a:p>
            <a:r>
              <a:rPr sz="1550"/>
              <a:t>Data Title 3</a:t>
            </a:r>
          </a:p>
        </p:txBody>
      </p:sp>
      <p:sp>
        <p:nvSpPr>
          <p:cNvPr id="1008" name="Line"/>
          <p:cNvSpPr/>
          <p:nvPr/>
        </p:nvSpPr>
        <p:spPr>
          <a:xfrm>
            <a:off x="10041707" y="8219057"/>
            <a:ext cx="1" cy="1522269"/>
          </a:xfrm>
          <a:prstGeom prst="line">
            <a:avLst/>
          </a:prstGeom>
          <a:ln w="25400">
            <a:solidFill>
              <a:srgbClr val="D5D5D5"/>
            </a:solidFill>
            <a:miter lim="400000"/>
          </a:ln>
        </p:spPr>
        <p:txBody>
          <a:bodyPr lIns="25400" tIns="25400" rIns="25400" bIns="25400" anchor="ctr"/>
          <a:lstStyle/>
          <a:p>
            <a:endParaRPr sz="900"/>
          </a:p>
        </p:txBody>
      </p:sp>
      <p:sp>
        <p:nvSpPr>
          <p:cNvPr id="1009" name="Line"/>
          <p:cNvSpPr/>
          <p:nvPr/>
        </p:nvSpPr>
        <p:spPr>
          <a:xfrm>
            <a:off x="6339401" y="7829149"/>
            <a:ext cx="11460508" cy="1"/>
          </a:xfrm>
          <a:prstGeom prst="line">
            <a:avLst/>
          </a:prstGeom>
          <a:ln w="25400">
            <a:solidFill>
              <a:srgbClr val="5E5E5E">
                <a:alpha val="40030"/>
              </a:srgbClr>
            </a:solidFill>
            <a:miter lim="400000"/>
          </a:ln>
        </p:spPr>
        <p:txBody>
          <a:bodyPr lIns="25400" tIns="25400" rIns="25400" bIns="25400" anchor="ctr"/>
          <a:lstStyle/>
          <a:p>
            <a:endParaRPr sz="900"/>
          </a:p>
        </p:txBody>
      </p:sp>
      <p:sp>
        <p:nvSpPr>
          <p:cNvPr id="1010" name="* Extra information/captions here"/>
          <p:cNvSpPr txBox="1"/>
          <p:nvPr/>
        </p:nvSpPr>
        <p:spPr>
          <a:xfrm>
            <a:off x="8126918" y="7071935"/>
            <a:ext cx="8204078"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defRPr>
                <a:solidFill>
                  <a:srgbClr val="929292"/>
                </a:solidFill>
                <a:latin typeface="Universal Sans Display 430"/>
                <a:ea typeface="Universal Sans Display 430"/>
                <a:cs typeface="Universal Sans Display 430"/>
                <a:sym typeface="Universal Sans Display 430"/>
              </a:defRPr>
            </a:lvl1pPr>
          </a:lstStyle>
          <a:p>
            <a:r>
              <a:rPr sz="900"/>
              <a:t>* Extra information/captions here</a:t>
            </a:r>
          </a:p>
        </p:txBody>
      </p:sp>
      <p:sp>
        <p:nvSpPr>
          <p:cNvPr id="1011" name="000"/>
          <p:cNvSpPr txBox="1"/>
          <p:nvPr/>
        </p:nvSpPr>
        <p:spPr>
          <a:xfrm>
            <a:off x="14211472" y="8202805"/>
            <a:ext cx="2450992" cy="16055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20200">
                <a:gradFill flip="none" rotWithShape="1">
                  <a:gsLst>
                    <a:gs pos="0">
                      <a:srgbClr val="D5D5D5"/>
                    </a:gs>
                    <a:gs pos="100000">
                      <a:srgbClr val="929292"/>
                    </a:gs>
                  </a:gsLst>
                  <a:lin ang="0" scaled="0"/>
                </a:gradFill>
                <a:latin typeface="Universal Sans Display 530"/>
                <a:ea typeface="Universal Sans Display 530"/>
                <a:cs typeface="Universal Sans Display 530"/>
                <a:sym typeface="Universal Sans Display 530"/>
              </a:defRPr>
            </a:lvl1pPr>
          </a:lstStyle>
          <a:p>
            <a:r>
              <a:rPr sz="10100"/>
              <a:t>000</a:t>
            </a:r>
          </a:p>
        </p:txBody>
      </p:sp>
      <p:sp>
        <p:nvSpPr>
          <p:cNvPr id="1012" name="Data Title 4"/>
          <p:cNvSpPr txBox="1"/>
          <p:nvPr/>
        </p:nvSpPr>
        <p:spPr>
          <a:xfrm>
            <a:off x="14269985" y="8110967"/>
            <a:ext cx="1021113"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100">
                <a:solidFill>
                  <a:srgbClr val="5E5E5E"/>
                </a:solidFill>
                <a:latin typeface="Universal Sans Display 430"/>
                <a:ea typeface="Universal Sans Display 430"/>
                <a:cs typeface="Universal Sans Display 430"/>
                <a:sym typeface="Universal Sans Display 430"/>
              </a:defRPr>
            </a:lvl1pPr>
          </a:lstStyle>
          <a:p>
            <a:r>
              <a:rPr sz="1550"/>
              <a:t>Data Title 4</a:t>
            </a:r>
          </a:p>
        </p:txBody>
      </p:sp>
      <p:sp>
        <p:nvSpPr>
          <p:cNvPr id="1013" name="Line"/>
          <p:cNvSpPr/>
          <p:nvPr/>
        </p:nvSpPr>
        <p:spPr>
          <a:xfrm>
            <a:off x="13883962" y="8219057"/>
            <a:ext cx="1" cy="1522269"/>
          </a:xfrm>
          <a:prstGeom prst="line">
            <a:avLst/>
          </a:prstGeom>
          <a:ln w="25400">
            <a:solidFill>
              <a:srgbClr val="D5D5D5"/>
            </a:solidFill>
            <a:miter lim="400000"/>
          </a:ln>
        </p:spPr>
        <p:txBody>
          <a:bodyPr lIns="25400" tIns="25400" rIns="25400" bIns="25400" anchor="ctr"/>
          <a:lstStyle/>
          <a:p>
            <a:endParaRPr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6" name="Rounded Rectangle"/>
          <p:cNvSpPr/>
          <p:nvPr/>
        </p:nvSpPr>
        <p:spPr>
          <a:xfrm>
            <a:off x="11275464" y="4986973"/>
            <a:ext cx="3302993" cy="1626092"/>
          </a:xfrm>
          <a:prstGeom prst="roundRect">
            <a:avLst>
              <a:gd name="adj" fmla="val 8796"/>
            </a:avLst>
          </a:prstGeom>
          <a:ln w="25400">
            <a:solidFill>
              <a:srgbClr val="FFFFFF">
                <a:alpha val="54423"/>
              </a:srgbClr>
            </a:solidFill>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067" name="Rounded Rectangle"/>
          <p:cNvSpPr/>
          <p:nvPr/>
        </p:nvSpPr>
        <p:spPr>
          <a:xfrm>
            <a:off x="11275464" y="6872924"/>
            <a:ext cx="3302993" cy="2382549"/>
          </a:xfrm>
          <a:prstGeom prst="roundRect">
            <a:avLst>
              <a:gd name="adj" fmla="val 6003"/>
            </a:avLst>
          </a:prstGeom>
          <a:ln w="25400">
            <a:solidFill>
              <a:srgbClr val="FFFFFF">
                <a:alpha val="54423"/>
              </a:srgbClr>
            </a:solidFill>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068" name="Rounded Rectangle"/>
          <p:cNvSpPr/>
          <p:nvPr/>
        </p:nvSpPr>
        <p:spPr>
          <a:xfrm>
            <a:off x="14767876" y="4966127"/>
            <a:ext cx="3302993" cy="4253856"/>
          </a:xfrm>
          <a:prstGeom prst="roundRect">
            <a:avLst>
              <a:gd name="adj" fmla="val 4330"/>
            </a:avLst>
          </a:prstGeom>
          <a:ln w="25400">
            <a:solidFill>
              <a:srgbClr val="D5D4F6">
                <a:alpha val="54423"/>
              </a:srgbClr>
            </a:solidFill>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069" name="Main Title"/>
          <p:cNvSpPr txBox="1"/>
          <p:nvPr/>
        </p:nvSpPr>
        <p:spPr>
          <a:xfrm>
            <a:off x="6468479" y="5043504"/>
            <a:ext cx="1502014" cy="4667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spcBef>
                <a:spcPts val="100"/>
              </a:spcBef>
              <a:defRPr sz="5400">
                <a:solidFill>
                  <a:srgbClr val="FFFFFF"/>
                </a:solidFill>
                <a:latin typeface="Universal Sans Display 430"/>
                <a:ea typeface="Universal Sans Display 430"/>
                <a:cs typeface="Universal Sans Display 430"/>
                <a:sym typeface="Universal Sans Display 430"/>
              </a:defRPr>
            </a:lvl1pPr>
          </a:lstStyle>
          <a:p>
            <a:r>
              <a:rPr sz="2700"/>
              <a:t>Main Title</a:t>
            </a:r>
          </a:p>
        </p:txBody>
      </p:sp>
      <p:sp>
        <p:nvSpPr>
          <p:cNvPr id="1070" name="Caption Sentence…"/>
          <p:cNvSpPr txBox="1"/>
          <p:nvPr/>
        </p:nvSpPr>
        <p:spPr>
          <a:xfrm>
            <a:off x="6468481" y="5480110"/>
            <a:ext cx="2992137" cy="8951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a:spcBef>
                <a:spcPts val="50"/>
              </a:spcBef>
              <a:defRPr sz="5400">
                <a:gradFill flip="none" rotWithShape="1">
                  <a:gsLst>
                    <a:gs pos="0">
                      <a:srgbClr val="DBD7FE"/>
                    </a:gs>
                    <a:gs pos="100000">
                      <a:srgbClr val="FFFFFF"/>
                    </a:gs>
                  </a:gsLst>
                  <a:lin ang="0" scaled="0"/>
                </a:gradFill>
                <a:latin typeface="Universal Sans Display 430"/>
                <a:ea typeface="Universal Sans Display 430"/>
                <a:cs typeface="Universal Sans Display 430"/>
                <a:sym typeface="Universal Sans Display 430"/>
              </a:defRPr>
            </a:pPr>
            <a:r>
              <a:rPr sz="2700"/>
              <a:t>Caption Sentence</a:t>
            </a:r>
          </a:p>
          <a:p>
            <a:pPr>
              <a:spcBef>
                <a:spcPts val="50"/>
              </a:spcBef>
              <a:defRPr sz="5400">
                <a:gradFill flip="none" rotWithShape="1">
                  <a:gsLst>
                    <a:gs pos="0">
                      <a:srgbClr val="DBD7FE"/>
                    </a:gs>
                    <a:gs pos="100000">
                      <a:srgbClr val="FFFFFF"/>
                    </a:gs>
                  </a:gsLst>
                  <a:lin ang="0" scaled="0"/>
                </a:gradFill>
                <a:latin typeface="Universal Sans Display 430"/>
                <a:ea typeface="Universal Sans Display 430"/>
                <a:cs typeface="Universal Sans Display 430"/>
                <a:sym typeface="Universal Sans Display 430"/>
              </a:defRPr>
            </a:pPr>
            <a:r>
              <a:rPr sz="2700"/>
              <a:t>Here</a:t>
            </a:r>
          </a:p>
        </p:txBody>
      </p:sp>
      <p:sp>
        <p:nvSpPr>
          <p:cNvPr id="1071" name="Lorem ipsum dolor sit amet, consectetur adipiscing elit, sed do eiusmod tempor incididunt ut labore et dolore magna aliqua. Ut enim ad minim veniam, quis nostrud exercitation."/>
          <p:cNvSpPr txBox="1"/>
          <p:nvPr/>
        </p:nvSpPr>
        <p:spPr>
          <a:xfrm>
            <a:off x="6474343" y="6253533"/>
            <a:ext cx="3119374" cy="14824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defRPr sz="3100">
                <a:solidFill>
                  <a:srgbClr val="D5D5D5"/>
                </a:solidFill>
                <a:latin typeface="Universal Sans Display 430"/>
                <a:ea typeface="Universal Sans Display 430"/>
                <a:cs typeface="Universal Sans Display 430"/>
                <a:sym typeface="Universal Sans Display 430"/>
              </a:defRPr>
            </a:lvl1pPr>
          </a:lstStyle>
          <a:p>
            <a:r>
              <a:rPr sz="1550"/>
              <a:t>Lorem ipsum dolor sit amet, consectetur adipiscing elit, sed do eiusmod tempor incididunt ut labore et dolore magna aliqua. Ut enim ad minim veniam, quis nostrud exercitation.</a:t>
            </a:r>
          </a:p>
        </p:txBody>
      </p:sp>
      <p:sp>
        <p:nvSpPr>
          <p:cNvPr id="1072" name="Theme"/>
          <p:cNvSpPr txBox="1"/>
          <p:nvPr/>
        </p:nvSpPr>
        <p:spPr>
          <a:xfrm>
            <a:off x="11375663" y="5159564"/>
            <a:ext cx="1888310"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defRPr sz="3100">
                <a:solidFill>
                  <a:srgbClr val="FFFFFF"/>
                </a:solidFill>
                <a:latin typeface="Universal Sans Display 430"/>
                <a:ea typeface="Universal Sans Display 430"/>
                <a:cs typeface="Universal Sans Display 430"/>
                <a:sym typeface="Universal Sans Display 430"/>
              </a:defRPr>
            </a:lvl1pPr>
          </a:lstStyle>
          <a:p>
            <a:r>
              <a:rPr sz="1550"/>
              <a:t>Theme</a:t>
            </a:r>
          </a:p>
        </p:txBody>
      </p:sp>
      <p:sp>
        <p:nvSpPr>
          <p:cNvPr id="1073" name="Theme"/>
          <p:cNvSpPr txBox="1"/>
          <p:nvPr/>
        </p:nvSpPr>
        <p:spPr>
          <a:xfrm>
            <a:off x="11437117" y="7045514"/>
            <a:ext cx="1888310"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defRPr sz="3100">
                <a:solidFill>
                  <a:srgbClr val="FFFFFF"/>
                </a:solidFill>
                <a:latin typeface="Universal Sans Display 430"/>
                <a:ea typeface="Universal Sans Display 430"/>
                <a:cs typeface="Universal Sans Display 430"/>
                <a:sym typeface="Universal Sans Display 430"/>
              </a:defRPr>
            </a:lvl1pPr>
          </a:lstStyle>
          <a:p>
            <a:r>
              <a:rPr sz="1550"/>
              <a:t>Theme</a:t>
            </a:r>
          </a:p>
        </p:txBody>
      </p:sp>
      <p:sp>
        <p:nvSpPr>
          <p:cNvPr id="1074" name="Theme"/>
          <p:cNvSpPr txBox="1"/>
          <p:nvPr/>
        </p:nvSpPr>
        <p:spPr>
          <a:xfrm>
            <a:off x="14942996" y="5100916"/>
            <a:ext cx="1888310" cy="28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defRPr sz="3100">
                <a:solidFill>
                  <a:srgbClr val="FFFFFF"/>
                </a:solidFill>
                <a:latin typeface="Universal Sans Display 430"/>
                <a:ea typeface="Universal Sans Display 430"/>
                <a:cs typeface="Universal Sans Display 430"/>
                <a:sym typeface="Universal Sans Display 430"/>
              </a:defRPr>
            </a:lvl1pPr>
          </a:lstStyle>
          <a:p>
            <a:r>
              <a:rPr sz="1550"/>
              <a:t>Theme</a:t>
            </a:r>
          </a:p>
        </p:txBody>
      </p:sp>
      <p:sp>
        <p:nvSpPr>
          <p:cNvPr id="1075" name="Lorem ipsum dolor sit amet, consectetur adipiscing elit, sed do eiusmod tempor incididunt ut labore et dolore magna aliqua."/>
          <p:cNvSpPr txBox="1"/>
          <p:nvPr/>
        </p:nvSpPr>
        <p:spPr>
          <a:xfrm>
            <a:off x="11413766" y="5396162"/>
            <a:ext cx="2740897" cy="12439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defRPr sz="3100">
                <a:solidFill>
                  <a:srgbClr val="D5D5D5"/>
                </a:solidFill>
                <a:latin typeface="Universal Sans Display 430"/>
                <a:ea typeface="Universal Sans Display 430"/>
                <a:cs typeface="Universal Sans Display 430"/>
                <a:sym typeface="Universal Sans Display 430"/>
              </a:defRPr>
            </a:lvl1pPr>
          </a:lstStyle>
          <a:p>
            <a:r>
              <a:rPr sz="1550"/>
              <a:t>Lorem ipsum dolor sit amet, consectetur adipiscing elit, sed do eiusmod tempor incididunt ut labore et dolore magna aliqua.</a:t>
            </a:r>
          </a:p>
        </p:txBody>
      </p:sp>
      <p:sp>
        <p:nvSpPr>
          <p:cNvPr id="1076" name="Lorem ipsum dolor sit amet, consectetur adipiscing elit, sed do eiusmod tempor incididunt"/>
          <p:cNvSpPr txBox="1"/>
          <p:nvPr/>
        </p:nvSpPr>
        <p:spPr>
          <a:xfrm>
            <a:off x="11413766" y="7680760"/>
            <a:ext cx="2740897" cy="7668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defRPr sz="3100">
                <a:solidFill>
                  <a:srgbClr val="D5D5D5"/>
                </a:solidFill>
                <a:latin typeface="Universal Sans Display 430"/>
                <a:ea typeface="Universal Sans Display 430"/>
                <a:cs typeface="Universal Sans Display 430"/>
                <a:sym typeface="Universal Sans Display 430"/>
              </a:defRPr>
            </a:lvl1pPr>
          </a:lstStyle>
          <a:p>
            <a:r>
              <a:rPr sz="1550"/>
              <a:t>Lorem ipsum dolor sit amet, consectetur adipiscing elit, sed do eiusmod tempor incididunt</a:t>
            </a:r>
          </a:p>
        </p:txBody>
      </p:sp>
      <p:sp>
        <p:nvSpPr>
          <p:cNvPr id="1077" name="Lorem ipsum dolor sit amet, consectetur adipiscing elit, sed do eiusmod tempor incididunt ut labore et dolore magna aliqua."/>
          <p:cNvSpPr txBox="1"/>
          <p:nvPr/>
        </p:nvSpPr>
        <p:spPr>
          <a:xfrm>
            <a:off x="14944277" y="5912910"/>
            <a:ext cx="2740897" cy="12439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defRPr sz="3100">
                <a:solidFill>
                  <a:srgbClr val="D5D5D5"/>
                </a:solidFill>
                <a:latin typeface="Universal Sans Display 430"/>
                <a:ea typeface="Universal Sans Display 430"/>
                <a:cs typeface="Universal Sans Display 430"/>
                <a:sym typeface="Universal Sans Display 430"/>
              </a:defRPr>
            </a:lvl1pPr>
          </a:lstStyle>
          <a:p>
            <a:r>
              <a:rPr sz="1550"/>
              <a:t>Lorem ipsum dolor sit amet, consectetur adipiscing elit, sed do eiusmod tempor incididunt ut labore et dolore magna aliqua.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4" name="Point A"/>
          <p:cNvSpPr txBox="1"/>
          <p:nvPr/>
        </p:nvSpPr>
        <p:spPr>
          <a:xfrm>
            <a:off x="6947767" y="5581828"/>
            <a:ext cx="601127" cy="2616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2733">
                <a:solidFill>
                  <a:srgbClr val="929292"/>
                </a:solidFill>
                <a:latin typeface="Universal Sans Display 430"/>
                <a:ea typeface="Universal Sans Display 430"/>
                <a:cs typeface="Universal Sans Display 430"/>
                <a:sym typeface="Universal Sans Display 430"/>
              </a:defRPr>
            </a:lvl1pPr>
          </a:lstStyle>
          <a:p>
            <a:r>
              <a:rPr sz="1367"/>
              <a:t>Point A</a:t>
            </a:r>
          </a:p>
        </p:txBody>
      </p:sp>
      <p:sp>
        <p:nvSpPr>
          <p:cNvPr id="1095" name="Point B"/>
          <p:cNvSpPr txBox="1"/>
          <p:nvPr/>
        </p:nvSpPr>
        <p:spPr>
          <a:xfrm>
            <a:off x="6946204" y="6817510"/>
            <a:ext cx="589905" cy="2616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2733">
                <a:solidFill>
                  <a:srgbClr val="929292"/>
                </a:solidFill>
                <a:latin typeface="Universal Sans Display 430"/>
                <a:ea typeface="Universal Sans Display 430"/>
                <a:cs typeface="Universal Sans Display 430"/>
                <a:sym typeface="Universal Sans Display 430"/>
              </a:defRPr>
            </a:lvl1pPr>
          </a:lstStyle>
          <a:p>
            <a:r>
              <a:rPr sz="1367"/>
              <a:t>Point B</a:t>
            </a:r>
          </a:p>
        </p:txBody>
      </p:sp>
      <p:sp>
        <p:nvSpPr>
          <p:cNvPr id="1096" name="Point C"/>
          <p:cNvSpPr txBox="1"/>
          <p:nvPr/>
        </p:nvSpPr>
        <p:spPr>
          <a:xfrm>
            <a:off x="6897240" y="8053193"/>
            <a:ext cx="604333" cy="2616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2733">
                <a:solidFill>
                  <a:srgbClr val="929292"/>
                </a:solidFill>
                <a:latin typeface="Universal Sans Display 430"/>
                <a:ea typeface="Universal Sans Display 430"/>
                <a:cs typeface="Universal Sans Display 430"/>
                <a:sym typeface="Universal Sans Display 430"/>
              </a:defRPr>
            </a:lvl1pPr>
          </a:lstStyle>
          <a:p>
            <a:r>
              <a:rPr sz="1367"/>
              <a:t>Point C</a:t>
            </a:r>
          </a:p>
        </p:txBody>
      </p:sp>
      <p:sp>
        <p:nvSpPr>
          <p:cNvPr id="1097" name="Lorem ipsum dolor sit amet, consectetur adipiscing elit, sed do eiusmod tempor incididunt ut labore et dolore magna aliqua."/>
          <p:cNvSpPr txBox="1"/>
          <p:nvPr/>
        </p:nvSpPr>
        <p:spPr>
          <a:xfrm>
            <a:off x="8610387" y="5527187"/>
            <a:ext cx="7886508" cy="4720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lvl1pPr defTabSz="457200">
              <a:lnSpc>
                <a:spcPct val="100000"/>
              </a:lnSpc>
              <a:spcBef>
                <a:spcPts val="0"/>
              </a:spcBef>
              <a:defRPr sz="2733">
                <a:latin typeface="Universal Sans Text 430"/>
                <a:ea typeface="Universal Sans Text 430"/>
                <a:cs typeface="Universal Sans Text 430"/>
                <a:sym typeface="Universal Sans Text 430"/>
              </a:defRPr>
            </a:lvl1pPr>
          </a:lstStyle>
          <a:p>
            <a:r>
              <a:rPr sz="1367"/>
              <a:t>Lorem ipsum dolor sit amet, consectetur adipiscing elit, sed do eiusmod tempor incididunt ut labore et dolore magna aliqua.</a:t>
            </a:r>
          </a:p>
        </p:txBody>
      </p:sp>
      <p:sp>
        <p:nvSpPr>
          <p:cNvPr id="1098" name="Ut enim ad minim veniam, quis nostrud exercitation ullamco laboris nisi ut aliquip ex ea commodo consequat."/>
          <p:cNvSpPr txBox="1"/>
          <p:nvPr/>
        </p:nvSpPr>
        <p:spPr>
          <a:xfrm>
            <a:off x="8610387" y="6754812"/>
            <a:ext cx="7886508" cy="4720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lvl1pPr defTabSz="457200">
              <a:lnSpc>
                <a:spcPct val="100000"/>
              </a:lnSpc>
              <a:spcBef>
                <a:spcPts val="0"/>
              </a:spcBef>
              <a:defRPr sz="2733">
                <a:latin typeface="Universal Sans Text 430"/>
                <a:ea typeface="Universal Sans Text 430"/>
                <a:cs typeface="Universal Sans Text 430"/>
                <a:sym typeface="Universal Sans Text 430"/>
              </a:defRPr>
            </a:lvl1pPr>
          </a:lstStyle>
          <a:p>
            <a:r>
              <a:rPr sz="1367"/>
              <a:t>Ut enim ad minim veniam, quis nostrud exercitation ullamco laboris nisi ut aliquip ex ea commodo consequat.</a:t>
            </a:r>
          </a:p>
        </p:txBody>
      </p:sp>
      <p:sp>
        <p:nvSpPr>
          <p:cNvPr id="1099" name="Excepteur sint occaecat cupidatat non proident, sunt in culpa qui officia deserunt mollit anim id est laborum"/>
          <p:cNvSpPr txBox="1"/>
          <p:nvPr/>
        </p:nvSpPr>
        <p:spPr>
          <a:xfrm>
            <a:off x="8610387" y="7982436"/>
            <a:ext cx="7886508" cy="4720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lvl1pPr defTabSz="457200">
              <a:lnSpc>
                <a:spcPct val="100000"/>
              </a:lnSpc>
              <a:spcBef>
                <a:spcPts val="0"/>
              </a:spcBef>
              <a:defRPr sz="2733">
                <a:latin typeface="Universal Sans Text 430"/>
                <a:ea typeface="Universal Sans Text 430"/>
                <a:cs typeface="Universal Sans Text 430"/>
                <a:sym typeface="Universal Sans Text 430"/>
              </a:defRPr>
            </a:lvl1pPr>
          </a:lstStyle>
          <a:p>
            <a:r>
              <a:rPr sz="1367"/>
              <a:t>Excepteur sint occaecat cupidatat non proident, sunt in culpa qui officia deserunt mollit anim id est laborum</a:t>
            </a:r>
          </a:p>
        </p:txBody>
      </p:sp>
      <p:sp>
        <p:nvSpPr>
          <p:cNvPr id="1100" name="Mini Title"/>
          <p:cNvSpPr txBox="1"/>
          <p:nvPr/>
        </p:nvSpPr>
        <p:spPr>
          <a:xfrm>
            <a:off x="6337240" y="4317093"/>
            <a:ext cx="1150956" cy="3898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400">
                <a:solidFill>
                  <a:srgbClr val="5E5E5E"/>
                </a:solidFill>
                <a:latin typeface="Universal Sans Display 430"/>
                <a:ea typeface="Universal Sans Display 430"/>
                <a:cs typeface="Universal Sans Display 430"/>
                <a:sym typeface="Universal Sans Display 430"/>
              </a:defRPr>
            </a:lvl1pPr>
          </a:lstStyle>
          <a:p>
            <a:r>
              <a:rPr sz="2200"/>
              <a:t>Mini Title</a:t>
            </a:r>
          </a:p>
        </p:txBody>
      </p:sp>
      <p:sp>
        <p:nvSpPr>
          <p:cNvPr id="1101" name="Main title"/>
          <p:cNvSpPr txBox="1"/>
          <p:nvPr/>
        </p:nvSpPr>
        <p:spPr>
          <a:xfrm>
            <a:off x="6325392" y="4002426"/>
            <a:ext cx="508152"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a:solidFill>
                  <a:srgbClr val="929292"/>
                </a:solidFill>
                <a:latin typeface="Universal Sans Display 430"/>
                <a:ea typeface="Universal Sans Display 430"/>
                <a:cs typeface="Universal Sans Display 430"/>
                <a:sym typeface="Universal Sans Display 430"/>
              </a:defRPr>
            </a:lvl1pPr>
          </a:lstStyle>
          <a:p>
            <a:r>
              <a:rPr sz="900"/>
              <a:t>Main title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 name="Rounded Rectangle"/>
          <p:cNvSpPr/>
          <p:nvPr/>
        </p:nvSpPr>
        <p:spPr>
          <a:xfrm>
            <a:off x="6489700" y="5016502"/>
            <a:ext cx="5964238" cy="1037233"/>
          </a:xfrm>
          <a:prstGeom prst="roundRect">
            <a:avLst>
              <a:gd name="adj" fmla="val 15000"/>
            </a:avLst>
          </a:prstGeom>
          <a:solidFill>
            <a:srgbClr val="D5D5D5">
              <a:alpha val="23115"/>
            </a:srgbClr>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104" name="Rounded Rectangle"/>
          <p:cNvSpPr/>
          <p:nvPr/>
        </p:nvSpPr>
        <p:spPr>
          <a:xfrm>
            <a:off x="6489700" y="6236874"/>
            <a:ext cx="5964238" cy="1037233"/>
          </a:xfrm>
          <a:prstGeom prst="roundRect">
            <a:avLst>
              <a:gd name="adj" fmla="val 15000"/>
            </a:avLst>
          </a:prstGeom>
          <a:solidFill>
            <a:srgbClr val="D5D5D5">
              <a:alpha val="23115"/>
            </a:srgbClr>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105" name="Rounded Rectangle"/>
          <p:cNvSpPr/>
          <p:nvPr/>
        </p:nvSpPr>
        <p:spPr>
          <a:xfrm>
            <a:off x="6489700" y="7457243"/>
            <a:ext cx="5964238" cy="1037234"/>
          </a:xfrm>
          <a:prstGeom prst="roundRect">
            <a:avLst>
              <a:gd name="adj" fmla="val 15000"/>
            </a:avLst>
          </a:prstGeom>
          <a:solidFill>
            <a:srgbClr val="D5D5D5">
              <a:alpha val="23115"/>
            </a:srgbClr>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106" name="Rounded Rectangle"/>
          <p:cNvSpPr/>
          <p:nvPr/>
        </p:nvSpPr>
        <p:spPr>
          <a:xfrm>
            <a:off x="6489700" y="8677615"/>
            <a:ext cx="5964238" cy="1037234"/>
          </a:xfrm>
          <a:prstGeom prst="roundRect">
            <a:avLst>
              <a:gd name="adj" fmla="val 15000"/>
            </a:avLst>
          </a:prstGeom>
          <a:solidFill>
            <a:srgbClr val="D5D5D5">
              <a:alpha val="23115"/>
            </a:srgbClr>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107" name="Title…"/>
          <p:cNvSpPr txBox="1"/>
          <p:nvPr/>
        </p:nvSpPr>
        <p:spPr>
          <a:xfrm>
            <a:off x="7538163" y="5186184"/>
            <a:ext cx="6076113" cy="7591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a:spcBef>
                <a:spcPts val="550"/>
              </a:spcBef>
              <a:defRPr sz="3000">
                <a:latin typeface="Universal Sans Text 430"/>
                <a:ea typeface="Universal Sans Text 430"/>
                <a:cs typeface="Universal Sans Text 430"/>
                <a:sym typeface="Universal Sans Text 430"/>
              </a:defRPr>
            </a:pPr>
            <a:r>
              <a:rPr sz="1500"/>
              <a:t>Title</a:t>
            </a:r>
          </a:p>
          <a:p>
            <a:pPr marL="171450" indent="-171450">
              <a:spcBef>
                <a:spcPts val="550"/>
              </a:spcBef>
              <a:buSzPct val="123000"/>
              <a:buChar char="•"/>
              <a:defRPr sz="2100">
                <a:solidFill>
                  <a:srgbClr val="929292"/>
                </a:solidFill>
                <a:latin typeface="Universal Sans Text 430"/>
                <a:ea typeface="Universal Sans Text 430"/>
                <a:cs typeface="Universal Sans Text 430"/>
                <a:sym typeface="Universal Sans Text 430"/>
              </a:defRPr>
            </a:pPr>
            <a:r>
              <a:rPr sz="1050"/>
              <a:t>BLABLABLA</a:t>
            </a:r>
          </a:p>
          <a:p>
            <a:pPr marL="171450" indent="-171450">
              <a:spcBef>
                <a:spcPts val="550"/>
              </a:spcBef>
              <a:buSzPct val="123000"/>
              <a:buChar char="•"/>
              <a:defRPr sz="2100">
                <a:solidFill>
                  <a:srgbClr val="929292"/>
                </a:solidFill>
                <a:latin typeface="Universal Sans Text 430"/>
                <a:ea typeface="Universal Sans Text 430"/>
                <a:cs typeface="Universal Sans Text 430"/>
                <a:sym typeface="Universal Sans Text 430"/>
              </a:defRPr>
            </a:pPr>
            <a:r>
              <a:rPr sz="1050"/>
              <a:t>BLABLABLA</a:t>
            </a:r>
          </a:p>
        </p:txBody>
      </p:sp>
      <p:sp>
        <p:nvSpPr>
          <p:cNvPr id="1108" name="1"/>
          <p:cNvSpPr txBox="1"/>
          <p:nvPr/>
        </p:nvSpPr>
        <p:spPr>
          <a:xfrm>
            <a:off x="6746919" y="5055691"/>
            <a:ext cx="305551" cy="9746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lvl1pPr>
              <a:defRPr sz="12000">
                <a:solidFill>
                  <a:srgbClr val="D5D5D5"/>
                </a:solidFill>
                <a:latin typeface="Universal Sans Text 430"/>
                <a:ea typeface="Universal Sans Text 430"/>
                <a:cs typeface="Universal Sans Text 430"/>
                <a:sym typeface="Universal Sans Text 430"/>
              </a:defRPr>
            </a:lvl1pPr>
          </a:lstStyle>
          <a:p>
            <a:r>
              <a:rPr sz="6000"/>
              <a:t>1</a:t>
            </a:r>
          </a:p>
        </p:txBody>
      </p:sp>
      <p:sp>
        <p:nvSpPr>
          <p:cNvPr id="1109" name="2"/>
          <p:cNvSpPr txBox="1"/>
          <p:nvPr/>
        </p:nvSpPr>
        <p:spPr>
          <a:xfrm>
            <a:off x="6746919" y="6256467"/>
            <a:ext cx="305551" cy="9746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lvl1pPr>
              <a:defRPr sz="12000">
                <a:solidFill>
                  <a:srgbClr val="D5D5D5"/>
                </a:solidFill>
                <a:latin typeface="Universal Sans Text 430"/>
                <a:ea typeface="Universal Sans Text 430"/>
                <a:cs typeface="Universal Sans Text 430"/>
                <a:sym typeface="Universal Sans Text 430"/>
              </a:defRPr>
            </a:lvl1pPr>
          </a:lstStyle>
          <a:p>
            <a:r>
              <a:rPr sz="6000"/>
              <a:t>2</a:t>
            </a:r>
          </a:p>
        </p:txBody>
      </p:sp>
      <p:sp>
        <p:nvSpPr>
          <p:cNvPr id="1110" name="3"/>
          <p:cNvSpPr txBox="1"/>
          <p:nvPr/>
        </p:nvSpPr>
        <p:spPr>
          <a:xfrm>
            <a:off x="6746919" y="7496435"/>
            <a:ext cx="305551" cy="9746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lvl1pPr>
              <a:defRPr sz="12000">
                <a:solidFill>
                  <a:srgbClr val="D5D5D5"/>
                </a:solidFill>
                <a:latin typeface="Universal Sans Text 430"/>
                <a:ea typeface="Universal Sans Text 430"/>
                <a:cs typeface="Universal Sans Text 430"/>
                <a:sym typeface="Universal Sans Text 430"/>
              </a:defRPr>
            </a:lvl1pPr>
          </a:lstStyle>
          <a:p>
            <a:r>
              <a:rPr sz="6000"/>
              <a:t>3</a:t>
            </a:r>
          </a:p>
        </p:txBody>
      </p:sp>
      <p:sp>
        <p:nvSpPr>
          <p:cNvPr id="1111" name="4"/>
          <p:cNvSpPr txBox="1"/>
          <p:nvPr/>
        </p:nvSpPr>
        <p:spPr>
          <a:xfrm>
            <a:off x="6746919" y="8716807"/>
            <a:ext cx="305551" cy="9746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lvl1pPr>
              <a:defRPr sz="12000">
                <a:solidFill>
                  <a:srgbClr val="D5D5D5"/>
                </a:solidFill>
                <a:latin typeface="Universal Sans Text 430"/>
                <a:ea typeface="Universal Sans Text 430"/>
                <a:cs typeface="Universal Sans Text 430"/>
                <a:sym typeface="Universal Sans Text 430"/>
              </a:defRPr>
            </a:lvl1pPr>
          </a:lstStyle>
          <a:p>
            <a:r>
              <a:rPr sz="6000"/>
              <a:t>4</a:t>
            </a:r>
          </a:p>
        </p:txBody>
      </p:sp>
      <p:sp>
        <p:nvSpPr>
          <p:cNvPr id="1112" name="Mini Title"/>
          <p:cNvSpPr txBox="1"/>
          <p:nvPr/>
        </p:nvSpPr>
        <p:spPr>
          <a:xfrm>
            <a:off x="6337240" y="4317093"/>
            <a:ext cx="1150956" cy="3898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400">
                <a:solidFill>
                  <a:srgbClr val="5E5E5E"/>
                </a:solidFill>
                <a:latin typeface="Universal Sans Display 430"/>
                <a:ea typeface="Universal Sans Display 430"/>
                <a:cs typeface="Universal Sans Display 430"/>
                <a:sym typeface="Universal Sans Display 430"/>
              </a:defRPr>
            </a:lvl1pPr>
          </a:lstStyle>
          <a:p>
            <a:r>
              <a:rPr sz="2200"/>
              <a:t>Mini Title</a:t>
            </a:r>
          </a:p>
        </p:txBody>
      </p:sp>
      <p:sp>
        <p:nvSpPr>
          <p:cNvPr id="1113" name="Main title"/>
          <p:cNvSpPr txBox="1"/>
          <p:nvPr/>
        </p:nvSpPr>
        <p:spPr>
          <a:xfrm>
            <a:off x="6325392" y="4002426"/>
            <a:ext cx="508152"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a:solidFill>
                  <a:srgbClr val="929292"/>
                </a:solidFill>
                <a:latin typeface="Universal Sans Display 430"/>
                <a:ea typeface="Universal Sans Display 430"/>
                <a:cs typeface="Universal Sans Display 430"/>
                <a:sym typeface="Universal Sans Display 430"/>
              </a:defRPr>
            </a:lvl1pPr>
          </a:lstStyle>
          <a:p>
            <a:r>
              <a:rPr sz="900"/>
              <a:t>Main title</a:t>
            </a:r>
          </a:p>
        </p:txBody>
      </p:sp>
      <p:sp>
        <p:nvSpPr>
          <p:cNvPr id="1114" name="Title…"/>
          <p:cNvSpPr txBox="1"/>
          <p:nvPr/>
        </p:nvSpPr>
        <p:spPr>
          <a:xfrm>
            <a:off x="7538163" y="6406555"/>
            <a:ext cx="6076113" cy="7591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a:spcBef>
                <a:spcPts val="550"/>
              </a:spcBef>
              <a:defRPr sz="3000">
                <a:latin typeface="Universal Sans Text 430"/>
                <a:ea typeface="Universal Sans Text 430"/>
                <a:cs typeface="Universal Sans Text 430"/>
                <a:sym typeface="Universal Sans Text 430"/>
              </a:defRPr>
            </a:pPr>
            <a:r>
              <a:rPr sz="1500"/>
              <a:t>Title</a:t>
            </a:r>
          </a:p>
          <a:p>
            <a:pPr marL="171450" indent="-171450">
              <a:spcBef>
                <a:spcPts val="550"/>
              </a:spcBef>
              <a:buSzPct val="123000"/>
              <a:buChar char="•"/>
              <a:defRPr sz="2100">
                <a:solidFill>
                  <a:srgbClr val="929292"/>
                </a:solidFill>
                <a:latin typeface="Universal Sans Text 430"/>
                <a:ea typeface="Universal Sans Text 430"/>
                <a:cs typeface="Universal Sans Text 430"/>
                <a:sym typeface="Universal Sans Text 430"/>
              </a:defRPr>
            </a:pPr>
            <a:r>
              <a:rPr sz="1050"/>
              <a:t>BLABLABLA</a:t>
            </a:r>
          </a:p>
          <a:p>
            <a:pPr marL="171450" indent="-171450">
              <a:spcBef>
                <a:spcPts val="550"/>
              </a:spcBef>
              <a:buSzPct val="123000"/>
              <a:buChar char="•"/>
              <a:defRPr sz="2100">
                <a:solidFill>
                  <a:srgbClr val="929292"/>
                </a:solidFill>
                <a:latin typeface="Universal Sans Text 430"/>
                <a:ea typeface="Universal Sans Text 430"/>
                <a:cs typeface="Universal Sans Text 430"/>
                <a:sym typeface="Universal Sans Text 430"/>
              </a:defRPr>
            </a:pPr>
            <a:r>
              <a:rPr sz="1050"/>
              <a:t>BLABLABLA</a:t>
            </a:r>
          </a:p>
        </p:txBody>
      </p:sp>
      <p:sp>
        <p:nvSpPr>
          <p:cNvPr id="1115" name="Title…"/>
          <p:cNvSpPr txBox="1"/>
          <p:nvPr/>
        </p:nvSpPr>
        <p:spPr>
          <a:xfrm>
            <a:off x="7538163" y="7626927"/>
            <a:ext cx="6076113" cy="7591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a:spcBef>
                <a:spcPts val="550"/>
              </a:spcBef>
              <a:defRPr sz="3000">
                <a:latin typeface="Universal Sans Text 430"/>
                <a:ea typeface="Universal Sans Text 430"/>
                <a:cs typeface="Universal Sans Text 430"/>
                <a:sym typeface="Universal Sans Text 430"/>
              </a:defRPr>
            </a:pPr>
            <a:r>
              <a:rPr sz="1500"/>
              <a:t>Title</a:t>
            </a:r>
          </a:p>
          <a:p>
            <a:pPr marL="171450" indent="-171450">
              <a:spcBef>
                <a:spcPts val="550"/>
              </a:spcBef>
              <a:buSzPct val="123000"/>
              <a:buChar char="•"/>
              <a:defRPr sz="2100">
                <a:solidFill>
                  <a:srgbClr val="929292"/>
                </a:solidFill>
                <a:latin typeface="Universal Sans Text 430"/>
                <a:ea typeface="Universal Sans Text 430"/>
                <a:cs typeface="Universal Sans Text 430"/>
                <a:sym typeface="Universal Sans Text 430"/>
              </a:defRPr>
            </a:pPr>
            <a:r>
              <a:rPr sz="1050"/>
              <a:t>BLABLABLA</a:t>
            </a:r>
          </a:p>
          <a:p>
            <a:pPr marL="171450" indent="-171450">
              <a:spcBef>
                <a:spcPts val="550"/>
              </a:spcBef>
              <a:buSzPct val="123000"/>
              <a:buChar char="•"/>
              <a:defRPr sz="2100">
                <a:solidFill>
                  <a:srgbClr val="929292"/>
                </a:solidFill>
                <a:latin typeface="Universal Sans Text 430"/>
                <a:ea typeface="Universal Sans Text 430"/>
                <a:cs typeface="Universal Sans Text 430"/>
                <a:sym typeface="Universal Sans Text 430"/>
              </a:defRPr>
            </a:pPr>
            <a:r>
              <a:rPr sz="1050"/>
              <a:t>BLABLABLA</a:t>
            </a:r>
          </a:p>
        </p:txBody>
      </p:sp>
      <p:sp>
        <p:nvSpPr>
          <p:cNvPr id="1116" name="Title…"/>
          <p:cNvSpPr txBox="1"/>
          <p:nvPr/>
        </p:nvSpPr>
        <p:spPr>
          <a:xfrm>
            <a:off x="7538163" y="8847299"/>
            <a:ext cx="6076113" cy="7591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a:spcBef>
                <a:spcPts val="550"/>
              </a:spcBef>
              <a:defRPr sz="3000">
                <a:latin typeface="Universal Sans Text 430"/>
                <a:ea typeface="Universal Sans Text 430"/>
                <a:cs typeface="Universal Sans Text 430"/>
                <a:sym typeface="Universal Sans Text 430"/>
              </a:defRPr>
            </a:pPr>
            <a:r>
              <a:rPr sz="1500"/>
              <a:t>Title</a:t>
            </a:r>
          </a:p>
          <a:p>
            <a:pPr marL="171450" indent="-171450">
              <a:spcBef>
                <a:spcPts val="550"/>
              </a:spcBef>
              <a:buSzPct val="123000"/>
              <a:buChar char="•"/>
              <a:defRPr sz="2100">
                <a:solidFill>
                  <a:srgbClr val="929292"/>
                </a:solidFill>
                <a:latin typeface="Universal Sans Text 430"/>
                <a:ea typeface="Universal Sans Text 430"/>
                <a:cs typeface="Universal Sans Text 430"/>
                <a:sym typeface="Universal Sans Text 430"/>
              </a:defRPr>
            </a:pPr>
            <a:r>
              <a:rPr sz="1050"/>
              <a:t>BLABLABLA</a:t>
            </a:r>
          </a:p>
          <a:p>
            <a:pPr marL="171450" indent="-171450">
              <a:spcBef>
                <a:spcPts val="550"/>
              </a:spcBef>
              <a:buSzPct val="123000"/>
              <a:buChar char="•"/>
              <a:defRPr sz="2100">
                <a:solidFill>
                  <a:srgbClr val="929292"/>
                </a:solidFill>
                <a:latin typeface="Universal Sans Text 430"/>
                <a:ea typeface="Universal Sans Text 430"/>
                <a:cs typeface="Universal Sans Text 430"/>
                <a:sym typeface="Universal Sans Text 430"/>
              </a:defRPr>
            </a:pPr>
            <a:r>
              <a:rPr sz="1050"/>
              <a:t>BLABLABLA</a:t>
            </a:r>
          </a:p>
        </p:txBody>
      </p:sp>
      <p:sp>
        <p:nvSpPr>
          <p:cNvPr id="1117" name="But if you have to then place here: Lorem ipsum dolor sit amet, consectetur adipiscing elit, sed do eiusmod tempor incididunt ut labore et dolore magna aliqua. Ut enim ad minim veniam, quis nostrud exercitation ullamco laboris nisi ut aliquip ex ea commo"/>
          <p:cNvSpPr txBox="1"/>
          <p:nvPr/>
        </p:nvSpPr>
        <p:spPr>
          <a:xfrm>
            <a:off x="13239572" y="8047995"/>
            <a:ext cx="3240762" cy="17440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defRPr sz="2200">
                <a:solidFill>
                  <a:srgbClr val="5E5E5E"/>
                </a:solidFill>
                <a:latin typeface="Universal Sans Display 430"/>
                <a:ea typeface="Universal Sans Display 430"/>
                <a:cs typeface="Universal Sans Display 430"/>
                <a:sym typeface="Universal Sans Display 430"/>
              </a:defRPr>
            </a:lvl1pPr>
          </a:lstStyle>
          <a:p>
            <a:r>
              <a:rPr sz="1100"/>
              <a:t>But if you have to then place here: 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1118" name="Please try to avoid long text"/>
          <p:cNvSpPr txBox="1"/>
          <p:nvPr/>
        </p:nvSpPr>
        <p:spPr>
          <a:xfrm>
            <a:off x="13215429" y="7624221"/>
            <a:ext cx="2564805" cy="2975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200">
                <a:latin typeface="Universal Sans Display 430"/>
                <a:ea typeface="Universal Sans Display 430"/>
                <a:cs typeface="Universal Sans Display 430"/>
                <a:sym typeface="Universal Sans Display 430"/>
              </a:defRPr>
            </a:lvl1pPr>
          </a:lstStyle>
          <a:p>
            <a:r>
              <a:rPr sz="1600"/>
              <a:t>Please try to avoid long text </a:t>
            </a:r>
          </a:p>
        </p:txBody>
      </p:sp>
      <p:sp>
        <p:nvSpPr>
          <p:cNvPr id="1119" name="Line"/>
          <p:cNvSpPr/>
          <p:nvPr/>
        </p:nvSpPr>
        <p:spPr>
          <a:xfrm>
            <a:off x="13230767" y="8005827"/>
            <a:ext cx="3258372" cy="1"/>
          </a:xfrm>
          <a:prstGeom prst="line">
            <a:avLst/>
          </a:prstGeom>
          <a:ln w="25400">
            <a:solidFill>
              <a:srgbClr val="5E5E5E">
                <a:alpha val="40030"/>
              </a:srgbClr>
            </a:solidFill>
            <a:miter lim="400000"/>
          </a:ln>
        </p:spPr>
        <p:txBody>
          <a:bodyPr lIns="25400" tIns="25400" rIns="25400" bIns="25400" anchor="ctr"/>
          <a:lstStyle/>
          <a:p>
            <a:endParaRPr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1" name="Rounded Rectangle"/>
          <p:cNvSpPr/>
          <p:nvPr/>
        </p:nvSpPr>
        <p:spPr>
          <a:xfrm>
            <a:off x="6364643" y="7107976"/>
            <a:ext cx="2709761" cy="2938595"/>
          </a:xfrm>
          <a:prstGeom prst="roundRect">
            <a:avLst>
              <a:gd name="adj" fmla="val 2343"/>
            </a:avLst>
          </a:prstGeom>
          <a:solidFill>
            <a:srgbClr val="F2F2F2"/>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122" name="Extra Information/Data"/>
          <p:cNvSpPr txBox="1"/>
          <p:nvPr/>
        </p:nvSpPr>
        <p:spPr>
          <a:xfrm>
            <a:off x="6420927" y="5410451"/>
            <a:ext cx="1314462" cy="2051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2000">
                <a:solidFill>
                  <a:srgbClr val="5E5E5E"/>
                </a:solidFill>
                <a:latin typeface="Universal Sans Display 430"/>
                <a:ea typeface="Universal Sans Display 430"/>
                <a:cs typeface="Universal Sans Display 430"/>
                <a:sym typeface="Universal Sans Display 430"/>
              </a:defRPr>
            </a:lvl1pPr>
          </a:lstStyle>
          <a:p>
            <a:r>
              <a:rPr sz="1000"/>
              <a:t>Extra Information/Data</a:t>
            </a:r>
          </a:p>
        </p:txBody>
      </p:sp>
      <p:sp>
        <p:nvSpPr>
          <p:cNvPr id="1123" name="Lorem ipsum dolor sit amet, consectetur adipiscing elit, sed do eiusmod tempor incididunt ut labore et dolore magna aliqua. Ut enim ad minim veniam, quis nostrud exercitation ullamco laboris nisi ut aliquip ex ea commodo consequat."/>
          <p:cNvSpPr txBox="1"/>
          <p:nvPr/>
        </p:nvSpPr>
        <p:spPr>
          <a:xfrm>
            <a:off x="6423856" y="5721155"/>
            <a:ext cx="3251735" cy="9361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lvl1pPr>
              <a:spcBef>
                <a:spcPts val="2400"/>
              </a:spcBef>
              <a:defRPr sz="2300">
                <a:latin typeface="Universal Sans Display 430"/>
                <a:ea typeface="Universal Sans Display 430"/>
                <a:cs typeface="Universal Sans Display 430"/>
                <a:sym typeface="Universal Sans Display 430"/>
              </a:defRPr>
            </a:lvl1pPr>
          </a:lstStyle>
          <a:p>
            <a:r>
              <a:rPr sz="1150"/>
              <a:t>Lorem ipsum dolor sit amet, consectetur adipiscing elit, sed do eiusmod tempor incididunt ut labore et dolore magna aliqua. Ut enim ad minim veniam, quis nostrud exercitation ullamco laboris nisi ut aliquip ex ea commodo consequat.</a:t>
            </a:r>
          </a:p>
        </p:txBody>
      </p:sp>
      <p:sp>
        <p:nvSpPr>
          <p:cNvPr id="1124" name="Line"/>
          <p:cNvSpPr/>
          <p:nvPr/>
        </p:nvSpPr>
        <p:spPr>
          <a:xfrm>
            <a:off x="6400672" y="6858000"/>
            <a:ext cx="11582661" cy="0"/>
          </a:xfrm>
          <a:prstGeom prst="line">
            <a:avLst/>
          </a:prstGeom>
          <a:ln w="25400">
            <a:solidFill>
              <a:srgbClr val="5E5E5E">
                <a:alpha val="40030"/>
              </a:srgbClr>
            </a:solidFill>
            <a:miter lim="400000"/>
          </a:ln>
        </p:spPr>
        <p:txBody>
          <a:bodyPr lIns="25400" tIns="25400" rIns="25400" bIns="25400" anchor="ctr"/>
          <a:lstStyle/>
          <a:p>
            <a:endParaRPr sz="900"/>
          </a:p>
        </p:txBody>
      </p:sp>
      <p:sp>
        <p:nvSpPr>
          <p:cNvPr id="1125" name="1"/>
          <p:cNvSpPr txBox="1"/>
          <p:nvPr/>
        </p:nvSpPr>
        <p:spPr>
          <a:xfrm>
            <a:off x="8735760" y="7119468"/>
            <a:ext cx="209994" cy="5975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7100">
                <a:solidFill>
                  <a:srgbClr val="5E5E5E"/>
                </a:solidFill>
                <a:latin typeface="Universal Sans Display 430"/>
                <a:ea typeface="Universal Sans Display 430"/>
                <a:cs typeface="Universal Sans Display 430"/>
                <a:sym typeface="Universal Sans Display 430"/>
              </a:defRPr>
            </a:lvl1pPr>
          </a:lstStyle>
          <a:p>
            <a:r>
              <a:rPr sz="3550"/>
              <a:t>1</a:t>
            </a:r>
          </a:p>
        </p:txBody>
      </p:sp>
      <p:sp>
        <p:nvSpPr>
          <p:cNvPr id="1126" name="Title Phrase"/>
          <p:cNvSpPr txBox="1"/>
          <p:nvPr/>
        </p:nvSpPr>
        <p:spPr>
          <a:xfrm>
            <a:off x="6612952" y="7590595"/>
            <a:ext cx="1122102" cy="3052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300">
                <a:solidFill>
                  <a:srgbClr val="5E5E5E"/>
                </a:solidFill>
                <a:latin typeface="Universal Sans Display 430"/>
                <a:ea typeface="Universal Sans Display 430"/>
                <a:cs typeface="Universal Sans Display 430"/>
                <a:sym typeface="Universal Sans Display 430"/>
              </a:defRPr>
            </a:lvl1pPr>
          </a:lstStyle>
          <a:p>
            <a:r>
              <a:rPr sz="1650"/>
              <a:t>Title Phrase</a:t>
            </a:r>
          </a:p>
        </p:txBody>
      </p:sp>
      <p:sp>
        <p:nvSpPr>
          <p:cNvPr id="1127" name="Line"/>
          <p:cNvSpPr/>
          <p:nvPr/>
        </p:nvSpPr>
        <p:spPr>
          <a:xfrm>
            <a:off x="6410867" y="5669521"/>
            <a:ext cx="3258372" cy="1"/>
          </a:xfrm>
          <a:prstGeom prst="line">
            <a:avLst/>
          </a:prstGeom>
          <a:ln w="25400">
            <a:solidFill>
              <a:srgbClr val="D5D5D5">
                <a:alpha val="40030"/>
              </a:srgbClr>
            </a:solidFill>
            <a:miter lim="400000"/>
          </a:ln>
        </p:spPr>
        <p:txBody>
          <a:bodyPr lIns="25400" tIns="25400" rIns="25400" bIns="25400" anchor="ctr"/>
          <a:lstStyle/>
          <a:p>
            <a:endParaRPr sz="900"/>
          </a:p>
        </p:txBody>
      </p:sp>
      <p:sp>
        <p:nvSpPr>
          <p:cNvPr id="1128" name="BLABLABLA…"/>
          <p:cNvSpPr txBox="1"/>
          <p:nvPr/>
        </p:nvSpPr>
        <p:spPr>
          <a:xfrm>
            <a:off x="6563968" y="7972183"/>
            <a:ext cx="1908668" cy="6591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marL="268552" indent="-268552">
              <a:spcBef>
                <a:spcPts val="1500"/>
              </a:spcBef>
              <a:buSzPct val="100000"/>
              <a:buAutoNum type="alphaLcPeriod"/>
              <a:defRPr sz="2700">
                <a:solidFill>
                  <a:srgbClr val="929292"/>
                </a:solidFill>
                <a:latin typeface="Universal Sans Display 430"/>
                <a:ea typeface="Universal Sans Display 430"/>
                <a:cs typeface="Universal Sans Display 430"/>
                <a:sym typeface="Universal Sans Display 430"/>
              </a:defRPr>
            </a:pPr>
            <a:r>
              <a:rPr sz="1350"/>
              <a:t>BLABLABLA</a:t>
            </a:r>
          </a:p>
          <a:p>
            <a:pPr marL="268552" indent="-268552">
              <a:spcBef>
                <a:spcPts val="1500"/>
              </a:spcBef>
              <a:buSzPct val="100000"/>
              <a:buAutoNum type="alphaLcPeriod"/>
              <a:defRPr sz="2700">
                <a:solidFill>
                  <a:srgbClr val="929292"/>
                </a:solidFill>
                <a:latin typeface="Universal Sans Display 430"/>
                <a:ea typeface="Universal Sans Display 430"/>
                <a:cs typeface="Universal Sans Display 430"/>
                <a:sym typeface="Universal Sans Display 430"/>
              </a:defRPr>
            </a:pPr>
            <a:r>
              <a:rPr sz="1350"/>
              <a:t>BLABLABLA</a:t>
            </a:r>
          </a:p>
        </p:txBody>
      </p:sp>
      <p:sp>
        <p:nvSpPr>
          <p:cNvPr id="1129" name="Mini Title"/>
          <p:cNvSpPr txBox="1"/>
          <p:nvPr/>
        </p:nvSpPr>
        <p:spPr>
          <a:xfrm>
            <a:off x="6337240" y="4317093"/>
            <a:ext cx="1150956" cy="3898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400">
                <a:solidFill>
                  <a:srgbClr val="5E5E5E"/>
                </a:solidFill>
                <a:latin typeface="Universal Sans Display 430"/>
                <a:ea typeface="Universal Sans Display 430"/>
                <a:cs typeface="Universal Sans Display 430"/>
                <a:sym typeface="Universal Sans Display 430"/>
              </a:defRPr>
            </a:lvl1pPr>
          </a:lstStyle>
          <a:p>
            <a:r>
              <a:rPr sz="2200"/>
              <a:t>Mini Title</a:t>
            </a:r>
          </a:p>
        </p:txBody>
      </p:sp>
      <p:sp>
        <p:nvSpPr>
          <p:cNvPr id="1130" name="Main title"/>
          <p:cNvSpPr txBox="1"/>
          <p:nvPr/>
        </p:nvSpPr>
        <p:spPr>
          <a:xfrm>
            <a:off x="6325392" y="4002426"/>
            <a:ext cx="508152"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a:solidFill>
                  <a:srgbClr val="929292"/>
                </a:solidFill>
                <a:latin typeface="Universal Sans Display 430"/>
                <a:ea typeface="Universal Sans Display 430"/>
                <a:cs typeface="Universal Sans Display 430"/>
                <a:sym typeface="Universal Sans Display 430"/>
              </a:defRPr>
            </a:lvl1pPr>
          </a:lstStyle>
          <a:p>
            <a:r>
              <a:rPr sz="900"/>
              <a:t>Main title</a:t>
            </a:r>
          </a:p>
        </p:txBody>
      </p:sp>
      <p:sp>
        <p:nvSpPr>
          <p:cNvPr id="1131" name="Rounded Rectangle"/>
          <p:cNvSpPr/>
          <p:nvPr/>
        </p:nvSpPr>
        <p:spPr>
          <a:xfrm>
            <a:off x="9247543" y="7107976"/>
            <a:ext cx="2709761" cy="2938595"/>
          </a:xfrm>
          <a:prstGeom prst="roundRect">
            <a:avLst>
              <a:gd name="adj" fmla="val 2343"/>
            </a:avLst>
          </a:prstGeom>
          <a:solidFill>
            <a:srgbClr val="F2F2F2"/>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132" name="Line"/>
          <p:cNvSpPr/>
          <p:nvPr/>
        </p:nvSpPr>
        <p:spPr>
          <a:xfrm>
            <a:off x="9283570" y="6858000"/>
            <a:ext cx="11582660" cy="0"/>
          </a:xfrm>
          <a:prstGeom prst="line">
            <a:avLst/>
          </a:prstGeom>
          <a:ln w="25400">
            <a:solidFill>
              <a:srgbClr val="5E5E5E">
                <a:alpha val="40030"/>
              </a:srgbClr>
            </a:solidFill>
            <a:miter lim="400000"/>
          </a:ln>
        </p:spPr>
        <p:txBody>
          <a:bodyPr lIns="25400" tIns="25400" rIns="25400" bIns="25400" anchor="ctr"/>
          <a:lstStyle/>
          <a:p>
            <a:endParaRPr sz="900"/>
          </a:p>
        </p:txBody>
      </p:sp>
      <p:sp>
        <p:nvSpPr>
          <p:cNvPr id="1133" name="2"/>
          <p:cNvSpPr txBox="1"/>
          <p:nvPr/>
        </p:nvSpPr>
        <p:spPr>
          <a:xfrm>
            <a:off x="11452063" y="7101276"/>
            <a:ext cx="302968" cy="5975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7100">
                <a:solidFill>
                  <a:srgbClr val="5E5E5E"/>
                </a:solidFill>
                <a:latin typeface="Universal Sans Display 430"/>
                <a:ea typeface="Universal Sans Display 430"/>
                <a:cs typeface="Universal Sans Display 430"/>
                <a:sym typeface="Universal Sans Display 430"/>
              </a:defRPr>
            </a:lvl1pPr>
          </a:lstStyle>
          <a:p>
            <a:r>
              <a:rPr sz="3550"/>
              <a:t>2</a:t>
            </a:r>
          </a:p>
        </p:txBody>
      </p:sp>
      <p:sp>
        <p:nvSpPr>
          <p:cNvPr id="1134" name="Title Phrase"/>
          <p:cNvSpPr txBox="1"/>
          <p:nvPr/>
        </p:nvSpPr>
        <p:spPr>
          <a:xfrm>
            <a:off x="9495852" y="7590595"/>
            <a:ext cx="1122102" cy="3052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300">
                <a:solidFill>
                  <a:srgbClr val="5E5E5E"/>
                </a:solidFill>
                <a:latin typeface="Universal Sans Display 430"/>
                <a:ea typeface="Universal Sans Display 430"/>
                <a:cs typeface="Universal Sans Display 430"/>
                <a:sym typeface="Universal Sans Display 430"/>
              </a:defRPr>
            </a:lvl1pPr>
          </a:lstStyle>
          <a:p>
            <a:r>
              <a:rPr sz="1650"/>
              <a:t>Title Phrase</a:t>
            </a:r>
          </a:p>
        </p:txBody>
      </p:sp>
      <p:sp>
        <p:nvSpPr>
          <p:cNvPr id="1135" name="BLABLABLA…"/>
          <p:cNvSpPr txBox="1"/>
          <p:nvPr/>
        </p:nvSpPr>
        <p:spPr>
          <a:xfrm>
            <a:off x="9446868" y="7972183"/>
            <a:ext cx="1908668" cy="6591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marL="268552" indent="-268552">
              <a:spcBef>
                <a:spcPts val="1500"/>
              </a:spcBef>
              <a:buSzPct val="100000"/>
              <a:buAutoNum type="alphaLcPeriod"/>
              <a:defRPr sz="2700">
                <a:solidFill>
                  <a:srgbClr val="929292"/>
                </a:solidFill>
                <a:latin typeface="Universal Sans Display 430"/>
                <a:ea typeface="Universal Sans Display 430"/>
                <a:cs typeface="Universal Sans Display 430"/>
                <a:sym typeface="Universal Sans Display 430"/>
              </a:defRPr>
            </a:pPr>
            <a:r>
              <a:rPr sz="1350"/>
              <a:t>BLABLABLA</a:t>
            </a:r>
          </a:p>
          <a:p>
            <a:pPr marL="268552" indent="-268552">
              <a:spcBef>
                <a:spcPts val="1500"/>
              </a:spcBef>
              <a:buSzPct val="100000"/>
              <a:buAutoNum type="alphaLcPeriod"/>
              <a:defRPr sz="2700">
                <a:solidFill>
                  <a:srgbClr val="929292"/>
                </a:solidFill>
                <a:latin typeface="Universal Sans Display 430"/>
                <a:ea typeface="Universal Sans Display 430"/>
                <a:cs typeface="Universal Sans Display 430"/>
                <a:sym typeface="Universal Sans Display 430"/>
              </a:defRPr>
            </a:pPr>
            <a:r>
              <a:rPr sz="1350"/>
              <a:t>BLABLABLA</a:t>
            </a:r>
          </a:p>
        </p:txBody>
      </p:sp>
      <p:sp>
        <p:nvSpPr>
          <p:cNvPr id="1136" name="Rounded Rectangle"/>
          <p:cNvSpPr/>
          <p:nvPr/>
        </p:nvSpPr>
        <p:spPr>
          <a:xfrm>
            <a:off x="12130443" y="7107976"/>
            <a:ext cx="2709761" cy="2938595"/>
          </a:xfrm>
          <a:prstGeom prst="roundRect">
            <a:avLst>
              <a:gd name="adj" fmla="val 2343"/>
            </a:avLst>
          </a:prstGeom>
          <a:solidFill>
            <a:srgbClr val="F2F2F2"/>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137" name="Line"/>
          <p:cNvSpPr/>
          <p:nvPr/>
        </p:nvSpPr>
        <p:spPr>
          <a:xfrm>
            <a:off x="12166470" y="6858000"/>
            <a:ext cx="11582660" cy="0"/>
          </a:xfrm>
          <a:prstGeom prst="line">
            <a:avLst/>
          </a:prstGeom>
          <a:ln w="25400">
            <a:solidFill>
              <a:srgbClr val="5E5E5E">
                <a:alpha val="40030"/>
              </a:srgbClr>
            </a:solidFill>
            <a:miter lim="400000"/>
          </a:ln>
        </p:spPr>
        <p:txBody>
          <a:bodyPr lIns="25400" tIns="25400" rIns="25400" bIns="25400" anchor="ctr"/>
          <a:lstStyle/>
          <a:p>
            <a:endParaRPr sz="900"/>
          </a:p>
        </p:txBody>
      </p:sp>
      <p:sp>
        <p:nvSpPr>
          <p:cNvPr id="1138" name="3"/>
          <p:cNvSpPr txBox="1"/>
          <p:nvPr/>
        </p:nvSpPr>
        <p:spPr>
          <a:xfrm>
            <a:off x="14414081" y="7101276"/>
            <a:ext cx="310983" cy="5975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7100">
                <a:solidFill>
                  <a:srgbClr val="5E5E5E"/>
                </a:solidFill>
                <a:latin typeface="Universal Sans Display 430"/>
                <a:ea typeface="Universal Sans Display 430"/>
                <a:cs typeface="Universal Sans Display 430"/>
                <a:sym typeface="Universal Sans Display 430"/>
              </a:defRPr>
            </a:lvl1pPr>
          </a:lstStyle>
          <a:p>
            <a:r>
              <a:rPr sz="3550"/>
              <a:t>3</a:t>
            </a:r>
          </a:p>
        </p:txBody>
      </p:sp>
      <p:sp>
        <p:nvSpPr>
          <p:cNvPr id="1139" name="Title Phrase"/>
          <p:cNvSpPr txBox="1"/>
          <p:nvPr/>
        </p:nvSpPr>
        <p:spPr>
          <a:xfrm>
            <a:off x="12378752" y="7590595"/>
            <a:ext cx="1122102" cy="3052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300">
                <a:solidFill>
                  <a:srgbClr val="5E5E5E"/>
                </a:solidFill>
                <a:latin typeface="Universal Sans Display 430"/>
                <a:ea typeface="Universal Sans Display 430"/>
                <a:cs typeface="Universal Sans Display 430"/>
                <a:sym typeface="Universal Sans Display 430"/>
              </a:defRPr>
            </a:lvl1pPr>
          </a:lstStyle>
          <a:p>
            <a:r>
              <a:rPr sz="1650"/>
              <a:t>Title Phrase</a:t>
            </a:r>
          </a:p>
        </p:txBody>
      </p:sp>
      <p:sp>
        <p:nvSpPr>
          <p:cNvPr id="1140" name="BLABLABLA…"/>
          <p:cNvSpPr txBox="1"/>
          <p:nvPr/>
        </p:nvSpPr>
        <p:spPr>
          <a:xfrm>
            <a:off x="12329768" y="7972183"/>
            <a:ext cx="1908668" cy="6591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marL="268552" indent="-268552">
              <a:spcBef>
                <a:spcPts val="1500"/>
              </a:spcBef>
              <a:buSzPct val="100000"/>
              <a:buAutoNum type="alphaLcPeriod"/>
              <a:defRPr sz="2700">
                <a:solidFill>
                  <a:srgbClr val="929292"/>
                </a:solidFill>
                <a:latin typeface="Universal Sans Display 430"/>
                <a:ea typeface="Universal Sans Display 430"/>
                <a:cs typeface="Universal Sans Display 430"/>
                <a:sym typeface="Universal Sans Display 430"/>
              </a:defRPr>
            </a:pPr>
            <a:r>
              <a:rPr sz="1350"/>
              <a:t>BLABLABLA</a:t>
            </a:r>
          </a:p>
          <a:p>
            <a:pPr marL="268552" indent="-268552">
              <a:spcBef>
                <a:spcPts val="1500"/>
              </a:spcBef>
              <a:buSzPct val="100000"/>
              <a:buAutoNum type="alphaLcPeriod"/>
              <a:defRPr sz="2700">
                <a:solidFill>
                  <a:srgbClr val="929292"/>
                </a:solidFill>
                <a:latin typeface="Universal Sans Display 430"/>
                <a:ea typeface="Universal Sans Display 430"/>
                <a:cs typeface="Universal Sans Display 430"/>
                <a:sym typeface="Universal Sans Display 430"/>
              </a:defRPr>
            </a:pPr>
            <a:r>
              <a:rPr sz="1350"/>
              <a:t>BLABLABLA</a:t>
            </a:r>
          </a:p>
        </p:txBody>
      </p:sp>
      <p:sp>
        <p:nvSpPr>
          <p:cNvPr id="1141" name="Rounded Rectangle"/>
          <p:cNvSpPr/>
          <p:nvPr/>
        </p:nvSpPr>
        <p:spPr>
          <a:xfrm>
            <a:off x="15013342" y="7107976"/>
            <a:ext cx="2709761" cy="2938595"/>
          </a:xfrm>
          <a:prstGeom prst="roundRect">
            <a:avLst>
              <a:gd name="adj" fmla="val 2343"/>
            </a:avLst>
          </a:prstGeom>
          <a:solidFill>
            <a:srgbClr val="F2F2F2"/>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1142" name="Line"/>
          <p:cNvSpPr/>
          <p:nvPr/>
        </p:nvSpPr>
        <p:spPr>
          <a:xfrm>
            <a:off x="15049370" y="6858000"/>
            <a:ext cx="11582660" cy="0"/>
          </a:xfrm>
          <a:prstGeom prst="line">
            <a:avLst/>
          </a:prstGeom>
          <a:ln w="25400">
            <a:solidFill>
              <a:srgbClr val="5E5E5E">
                <a:alpha val="40030"/>
              </a:srgbClr>
            </a:solidFill>
            <a:miter lim="400000"/>
          </a:ln>
        </p:spPr>
        <p:txBody>
          <a:bodyPr lIns="25400" tIns="25400" rIns="25400" bIns="25400" anchor="ctr"/>
          <a:lstStyle/>
          <a:p>
            <a:endParaRPr sz="900"/>
          </a:p>
        </p:txBody>
      </p:sp>
      <p:sp>
        <p:nvSpPr>
          <p:cNvPr id="1143" name="4"/>
          <p:cNvSpPr txBox="1"/>
          <p:nvPr/>
        </p:nvSpPr>
        <p:spPr>
          <a:xfrm>
            <a:off x="17384462" y="7101276"/>
            <a:ext cx="310983" cy="5975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7100">
                <a:solidFill>
                  <a:srgbClr val="5E5E5E"/>
                </a:solidFill>
                <a:latin typeface="Universal Sans Display 430"/>
                <a:ea typeface="Universal Sans Display 430"/>
                <a:cs typeface="Universal Sans Display 430"/>
                <a:sym typeface="Universal Sans Display 430"/>
              </a:defRPr>
            </a:lvl1pPr>
          </a:lstStyle>
          <a:p>
            <a:r>
              <a:rPr sz="3550"/>
              <a:t>4</a:t>
            </a:r>
          </a:p>
        </p:txBody>
      </p:sp>
      <p:sp>
        <p:nvSpPr>
          <p:cNvPr id="1144" name="Title Phrase"/>
          <p:cNvSpPr txBox="1"/>
          <p:nvPr/>
        </p:nvSpPr>
        <p:spPr>
          <a:xfrm>
            <a:off x="15261652" y="7590595"/>
            <a:ext cx="1122102" cy="3052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300">
                <a:solidFill>
                  <a:srgbClr val="5E5E5E"/>
                </a:solidFill>
                <a:latin typeface="Universal Sans Display 430"/>
                <a:ea typeface="Universal Sans Display 430"/>
                <a:cs typeface="Universal Sans Display 430"/>
                <a:sym typeface="Universal Sans Display 430"/>
              </a:defRPr>
            </a:lvl1pPr>
          </a:lstStyle>
          <a:p>
            <a:r>
              <a:rPr sz="1650"/>
              <a:t>Title Phrase</a:t>
            </a:r>
          </a:p>
        </p:txBody>
      </p:sp>
      <p:sp>
        <p:nvSpPr>
          <p:cNvPr id="1145" name="BLABLABLA…"/>
          <p:cNvSpPr txBox="1"/>
          <p:nvPr/>
        </p:nvSpPr>
        <p:spPr>
          <a:xfrm>
            <a:off x="15212668" y="7972183"/>
            <a:ext cx="1908668" cy="6591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marL="268552" indent="-268552">
              <a:spcBef>
                <a:spcPts val="1500"/>
              </a:spcBef>
              <a:buSzPct val="100000"/>
              <a:buAutoNum type="alphaLcPeriod"/>
              <a:defRPr sz="2700">
                <a:solidFill>
                  <a:srgbClr val="929292"/>
                </a:solidFill>
                <a:latin typeface="Universal Sans Display 430"/>
                <a:ea typeface="Universal Sans Display 430"/>
                <a:cs typeface="Universal Sans Display 430"/>
                <a:sym typeface="Universal Sans Display 430"/>
              </a:defRPr>
            </a:pPr>
            <a:r>
              <a:rPr sz="1350"/>
              <a:t>BLABLABLA</a:t>
            </a:r>
          </a:p>
          <a:p>
            <a:pPr marL="268552" indent="-268552">
              <a:spcBef>
                <a:spcPts val="1500"/>
              </a:spcBef>
              <a:buSzPct val="100000"/>
              <a:buAutoNum type="alphaLcPeriod"/>
              <a:defRPr sz="2700">
                <a:solidFill>
                  <a:srgbClr val="929292"/>
                </a:solidFill>
                <a:latin typeface="Universal Sans Display 430"/>
                <a:ea typeface="Universal Sans Display 430"/>
                <a:cs typeface="Universal Sans Display 430"/>
                <a:sym typeface="Universal Sans Display 430"/>
              </a:defRPr>
            </a:pPr>
            <a:r>
              <a:rPr sz="1350"/>
              <a:t>BLABLABLA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Mini Title"/>
          <p:cNvSpPr txBox="1"/>
          <p:nvPr/>
        </p:nvSpPr>
        <p:spPr>
          <a:xfrm>
            <a:off x="6337240" y="4417120"/>
            <a:ext cx="501740"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a:solidFill>
                  <a:srgbClr val="5E5E5E"/>
                </a:solidFill>
                <a:latin typeface="Universal Sans Display 430"/>
                <a:ea typeface="Universal Sans Display 430"/>
                <a:cs typeface="Universal Sans Display 430"/>
                <a:sym typeface="Universal Sans Display 430"/>
              </a:defRPr>
            </a:lvl1pPr>
          </a:lstStyle>
          <a:p>
            <a:r>
              <a:rPr sz="900"/>
              <a:t>Mini Title</a:t>
            </a:r>
          </a:p>
        </p:txBody>
      </p:sp>
      <p:sp>
        <p:nvSpPr>
          <p:cNvPr id="1148" name="Main title"/>
          <p:cNvSpPr txBox="1"/>
          <p:nvPr/>
        </p:nvSpPr>
        <p:spPr>
          <a:xfrm>
            <a:off x="6325392" y="4002426"/>
            <a:ext cx="508152"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a:solidFill>
                  <a:srgbClr val="929292"/>
                </a:solidFill>
                <a:latin typeface="Universal Sans Display 430"/>
                <a:ea typeface="Universal Sans Display 430"/>
                <a:cs typeface="Universal Sans Display 430"/>
                <a:sym typeface="Universal Sans Display 430"/>
              </a:defRPr>
            </a:lvl1pPr>
          </a:lstStyle>
          <a:p>
            <a:r>
              <a:rPr sz="900"/>
              <a:t>Main title</a:t>
            </a:r>
          </a:p>
        </p:txBody>
      </p:sp>
      <p:sp>
        <p:nvSpPr>
          <p:cNvPr id="1149" name="Rounded Rectangle"/>
          <p:cNvSpPr/>
          <p:nvPr/>
        </p:nvSpPr>
        <p:spPr>
          <a:xfrm>
            <a:off x="6278761" y="6316103"/>
            <a:ext cx="3310752" cy="1807081"/>
          </a:xfrm>
          <a:prstGeom prst="roundRect">
            <a:avLst>
              <a:gd name="adj" fmla="val 7111"/>
            </a:avLst>
          </a:prstGeom>
          <a:solidFill>
            <a:srgbClr val="D5D5D5"/>
          </a:solidFill>
          <a:ln w="12700">
            <a:miter lim="400000"/>
          </a:ln>
        </p:spPr>
        <p:txBody>
          <a:bodyPr lIns="25400" tIns="25400" rIns="25400" bIns="25400" anchor="ctr"/>
          <a:lstStyle/>
          <a:p>
            <a:pPr algn="ctr" defTabSz="412750">
              <a:defRPr sz="3200">
                <a:solidFill>
                  <a:srgbClr val="D5D5D5"/>
                </a:solidFill>
                <a:latin typeface="Helvetica Neue Medium"/>
                <a:ea typeface="Helvetica Neue Medium"/>
                <a:cs typeface="Helvetica Neue Medium"/>
                <a:sym typeface="Helvetica Neue Medium"/>
              </a:defRPr>
            </a:pPr>
            <a:endParaRPr sz="1600"/>
          </a:p>
        </p:txBody>
      </p:sp>
      <p:sp>
        <p:nvSpPr>
          <p:cNvPr id="1150" name="Rounded Rectangle"/>
          <p:cNvSpPr/>
          <p:nvPr/>
        </p:nvSpPr>
        <p:spPr>
          <a:xfrm>
            <a:off x="9638692" y="6316103"/>
            <a:ext cx="3310752" cy="1807081"/>
          </a:xfrm>
          <a:prstGeom prst="roundRect">
            <a:avLst>
              <a:gd name="adj" fmla="val 7111"/>
            </a:avLst>
          </a:prstGeom>
          <a:solidFill>
            <a:srgbClr val="D5D5D5"/>
          </a:solidFill>
          <a:ln w="12700">
            <a:miter lim="400000"/>
          </a:ln>
        </p:spPr>
        <p:txBody>
          <a:bodyPr lIns="25400" tIns="25400" rIns="25400" bIns="25400" anchor="ctr"/>
          <a:lstStyle/>
          <a:p>
            <a:pPr algn="ctr" defTabSz="412750">
              <a:defRPr sz="3200">
                <a:solidFill>
                  <a:srgbClr val="D5D5D5"/>
                </a:solidFill>
                <a:latin typeface="Helvetica Neue Medium"/>
                <a:ea typeface="Helvetica Neue Medium"/>
                <a:cs typeface="Helvetica Neue Medium"/>
                <a:sym typeface="Helvetica Neue Medium"/>
              </a:defRPr>
            </a:pPr>
            <a:endParaRPr sz="1600"/>
          </a:p>
        </p:txBody>
      </p:sp>
      <p:sp>
        <p:nvSpPr>
          <p:cNvPr id="1151" name="Rounded Rectangle"/>
          <p:cNvSpPr/>
          <p:nvPr/>
        </p:nvSpPr>
        <p:spPr>
          <a:xfrm>
            <a:off x="6278761" y="8169654"/>
            <a:ext cx="3310752" cy="2001348"/>
          </a:xfrm>
          <a:prstGeom prst="roundRect">
            <a:avLst>
              <a:gd name="adj" fmla="val 6421"/>
            </a:avLst>
          </a:prstGeom>
          <a:solidFill>
            <a:srgbClr val="D5D5D5"/>
          </a:solidFill>
          <a:ln w="12700">
            <a:miter lim="400000"/>
          </a:ln>
        </p:spPr>
        <p:txBody>
          <a:bodyPr lIns="25400" tIns="25400" rIns="25400" bIns="25400" anchor="ctr"/>
          <a:lstStyle/>
          <a:p>
            <a:pPr algn="ctr" defTabSz="412750">
              <a:defRPr sz="3200">
                <a:solidFill>
                  <a:srgbClr val="D5D5D5"/>
                </a:solidFill>
                <a:latin typeface="Helvetica Neue Medium"/>
                <a:ea typeface="Helvetica Neue Medium"/>
                <a:cs typeface="Helvetica Neue Medium"/>
                <a:sym typeface="Helvetica Neue Medium"/>
              </a:defRPr>
            </a:pPr>
            <a:endParaRPr sz="1600"/>
          </a:p>
        </p:txBody>
      </p:sp>
      <p:sp>
        <p:nvSpPr>
          <p:cNvPr id="1152" name="Rounded Rectangle"/>
          <p:cNvSpPr/>
          <p:nvPr/>
        </p:nvSpPr>
        <p:spPr>
          <a:xfrm>
            <a:off x="9638692" y="8169654"/>
            <a:ext cx="3310752" cy="2001348"/>
          </a:xfrm>
          <a:prstGeom prst="roundRect">
            <a:avLst>
              <a:gd name="adj" fmla="val 6421"/>
            </a:avLst>
          </a:prstGeom>
          <a:solidFill>
            <a:srgbClr val="D5D5D5"/>
          </a:solidFill>
          <a:ln w="12700">
            <a:miter lim="400000"/>
          </a:ln>
        </p:spPr>
        <p:txBody>
          <a:bodyPr lIns="25400" tIns="25400" rIns="25400" bIns="25400" anchor="ctr"/>
          <a:lstStyle/>
          <a:p>
            <a:pPr algn="ctr" defTabSz="412750">
              <a:defRPr sz="3200">
                <a:solidFill>
                  <a:srgbClr val="D5D5D5"/>
                </a:solidFill>
                <a:latin typeface="Helvetica Neue Medium"/>
                <a:ea typeface="Helvetica Neue Medium"/>
                <a:cs typeface="Helvetica Neue Medium"/>
                <a:sym typeface="Helvetica Neue Medium"/>
              </a:defRPr>
            </a:pPr>
            <a:endParaRPr sz="1600"/>
          </a:p>
        </p:txBody>
      </p:sp>
      <p:sp>
        <p:nvSpPr>
          <p:cNvPr id="1153" name="A"/>
          <p:cNvSpPr txBox="1"/>
          <p:nvPr/>
        </p:nvSpPr>
        <p:spPr>
          <a:xfrm>
            <a:off x="6410975" y="6467096"/>
            <a:ext cx="137858" cy="2051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2000">
                <a:solidFill>
                  <a:srgbClr val="929292"/>
                </a:solidFill>
                <a:latin typeface="Universal Sans Display 430"/>
                <a:ea typeface="Universal Sans Display 430"/>
                <a:cs typeface="Universal Sans Display 430"/>
                <a:sym typeface="Universal Sans Display 430"/>
              </a:defRPr>
            </a:lvl1pPr>
          </a:lstStyle>
          <a:p>
            <a:r>
              <a:rPr sz="1000"/>
              <a:t>A</a:t>
            </a:r>
          </a:p>
        </p:txBody>
      </p:sp>
      <p:sp>
        <p:nvSpPr>
          <p:cNvPr id="1154" name="B"/>
          <p:cNvSpPr txBox="1"/>
          <p:nvPr/>
        </p:nvSpPr>
        <p:spPr>
          <a:xfrm>
            <a:off x="9797542" y="6467096"/>
            <a:ext cx="129844" cy="2051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2000">
                <a:solidFill>
                  <a:srgbClr val="929292"/>
                </a:solidFill>
                <a:latin typeface="Universal Sans Display 430"/>
                <a:ea typeface="Universal Sans Display 430"/>
                <a:cs typeface="Universal Sans Display 430"/>
                <a:sym typeface="Universal Sans Display 430"/>
              </a:defRPr>
            </a:lvl1pPr>
          </a:lstStyle>
          <a:p>
            <a:r>
              <a:rPr sz="1000"/>
              <a:t>B</a:t>
            </a:r>
          </a:p>
        </p:txBody>
      </p:sp>
      <p:sp>
        <p:nvSpPr>
          <p:cNvPr id="1155" name="C"/>
          <p:cNvSpPr txBox="1"/>
          <p:nvPr/>
        </p:nvSpPr>
        <p:spPr>
          <a:xfrm>
            <a:off x="6397038" y="8292777"/>
            <a:ext cx="141064" cy="2051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2000">
                <a:solidFill>
                  <a:srgbClr val="929292"/>
                </a:solidFill>
                <a:latin typeface="Universal Sans Display 430"/>
                <a:ea typeface="Universal Sans Display 430"/>
                <a:cs typeface="Universal Sans Display 430"/>
                <a:sym typeface="Universal Sans Display 430"/>
              </a:defRPr>
            </a:lvl1pPr>
          </a:lstStyle>
          <a:p>
            <a:r>
              <a:rPr sz="1000"/>
              <a:t>C</a:t>
            </a:r>
          </a:p>
        </p:txBody>
      </p:sp>
      <p:sp>
        <p:nvSpPr>
          <p:cNvPr id="1156" name="D"/>
          <p:cNvSpPr txBox="1"/>
          <p:nvPr/>
        </p:nvSpPr>
        <p:spPr>
          <a:xfrm>
            <a:off x="9797542" y="8292777"/>
            <a:ext cx="137858" cy="2051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2000">
                <a:solidFill>
                  <a:srgbClr val="929292"/>
                </a:solidFill>
                <a:latin typeface="Universal Sans Display 430"/>
                <a:ea typeface="Universal Sans Display 430"/>
                <a:cs typeface="Universal Sans Display 430"/>
                <a:sym typeface="Universal Sans Display 430"/>
              </a:defRPr>
            </a:lvl1pPr>
          </a:lstStyle>
          <a:p>
            <a:r>
              <a:rPr sz="1000"/>
              <a:t>D</a:t>
            </a:r>
          </a:p>
        </p:txBody>
      </p:sp>
      <p:sp>
        <p:nvSpPr>
          <p:cNvPr id="1157" name="Xxx…"/>
          <p:cNvSpPr txBox="1"/>
          <p:nvPr/>
        </p:nvSpPr>
        <p:spPr>
          <a:xfrm>
            <a:off x="6473635" y="6861038"/>
            <a:ext cx="2921009" cy="6078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marL="268552" indent="-268552">
              <a:spcBef>
                <a:spcPts val="1050"/>
              </a:spcBef>
              <a:buSzPct val="100000"/>
              <a:buAutoNum type="alphaLcPeriod"/>
              <a:defRPr sz="2700">
                <a:solidFill>
                  <a:srgbClr val="5E5E5E"/>
                </a:solidFill>
                <a:latin typeface="Universal Sans Display 430"/>
                <a:ea typeface="Universal Sans Display 430"/>
                <a:cs typeface="Universal Sans Display 430"/>
                <a:sym typeface="Universal Sans Display 430"/>
              </a:defRPr>
            </a:pPr>
            <a:r>
              <a:rPr sz="1350"/>
              <a:t>Xxx</a:t>
            </a:r>
          </a:p>
          <a:p>
            <a:pPr marL="268552" indent="-268552">
              <a:spcBef>
                <a:spcPts val="1050"/>
              </a:spcBef>
              <a:buSzPct val="100000"/>
              <a:buAutoNum type="alphaLcPeriod"/>
              <a:defRPr sz="2700">
                <a:solidFill>
                  <a:srgbClr val="5E5E5E"/>
                </a:solidFill>
                <a:latin typeface="Universal Sans Display 430"/>
                <a:ea typeface="Universal Sans Display 430"/>
                <a:cs typeface="Universal Sans Display 430"/>
                <a:sym typeface="Universal Sans Display 430"/>
              </a:defRPr>
            </a:pPr>
            <a:r>
              <a:rPr sz="1350"/>
              <a:t>xxx</a:t>
            </a:r>
          </a:p>
        </p:txBody>
      </p:sp>
      <p:sp>
        <p:nvSpPr>
          <p:cNvPr id="1158" name="Xxx…"/>
          <p:cNvSpPr txBox="1"/>
          <p:nvPr/>
        </p:nvSpPr>
        <p:spPr>
          <a:xfrm>
            <a:off x="9833566" y="6673543"/>
            <a:ext cx="2921009" cy="13619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a:spcBef>
                <a:spcPts val="50"/>
              </a:spcBef>
              <a:defRPr sz="2700">
                <a:solidFill>
                  <a:srgbClr val="5E5E5E"/>
                </a:solidFill>
                <a:latin typeface="Universal Sans Display 430"/>
                <a:ea typeface="Universal Sans Display 430"/>
                <a:cs typeface="Universal Sans Display 430"/>
                <a:sym typeface="Universal Sans Display 430"/>
              </a:defRPr>
            </a:pPr>
            <a:endParaRPr sz="1350"/>
          </a:p>
          <a:p>
            <a:pPr marL="171450" indent="-171450">
              <a:spcBef>
                <a:spcPts val="50"/>
              </a:spcBef>
              <a:buSzPct val="123000"/>
              <a:buChar char="•"/>
              <a:defRPr sz="2700">
                <a:solidFill>
                  <a:srgbClr val="5E5E5E"/>
                </a:solidFill>
                <a:latin typeface="Universal Sans Display 430"/>
                <a:ea typeface="Universal Sans Display 430"/>
                <a:cs typeface="Universal Sans Display 430"/>
                <a:sym typeface="Universal Sans Display 430"/>
              </a:defRPr>
            </a:pPr>
            <a:r>
              <a:rPr sz="1350"/>
              <a:t>Xxx</a:t>
            </a:r>
          </a:p>
          <a:p>
            <a:pPr marL="171450" indent="-171450">
              <a:spcBef>
                <a:spcPts val="50"/>
              </a:spcBef>
              <a:buSzPct val="123000"/>
              <a:buChar char="•"/>
              <a:defRPr sz="2700">
                <a:solidFill>
                  <a:srgbClr val="5E5E5E"/>
                </a:solidFill>
                <a:latin typeface="Universal Sans Display 430"/>
                <a:ea typeface="Universal Sans Display 430"/>
                <a:cs typeface="Universal Sans Display 430"/>
                <a:sym typeface="Universal Sans Display 430"/>
              </a:defRPr>
            </a:pPr>
            <a:r>
              <a:rPr sz="1350"/>
              <a:t>Xxx</a:t>
            </a:r>
          </a:p>
          <a:p>
            <a:pPr marL="171450" indent="-171450">
              <a:spcBef>
                <a:spcPts val="50"/>
              </a:spcBef>
              <a:buSzPct val="123000"/>
              <a:buChar char="•"/>
              <a:defRPr sz="2700">
                <a:solidFill>
                  <a:srgbClr val="5E5E5E"/>
                </a:solidFill>
                <a:latin typeface="Universal Sans Display 430"/>
                <a:ea typeface="Universal Sans Display 430"/>
                <a:cs typeface="Universal Sans Display 430"/>
                <a:sym typeface="Universal Sans Display 430"/>
              </a:defRPr>
            </a:pPr>
            <a:r>
              <a:rPr sz="1350"/>
              <a:t>Xxx</a:t>
            </a:r>
          </a:p>
          <a:p>
            <a:pPr marL="171450" indent="-171450">
              <a:spcBef>
                <a:spcPts val="50"/>
              </a:spcBef>
              <a:buSzPct val="123000"/>
              <a:buChar char="•"/>
              <a:defRPr sz="2700">
                <a:solidFill>
                  <a:srgbClr val="5E5E5E"/>
                </a:solidFill>
                <a:latin typeface="Universal Sans Display 430"/>
                <a:ea typeface="Universal Sans Display 430"/>
                <a:cs typeface="Universal Sans Display 430"/>
                <a:sym typeface="Universal Sans Display 430"/>
              </a:defRPr>
            </a:pPr>
            <a:r>
              <a:rPr sz="1350"/>
              <a:t>Xxx</a:t>
            </a:r>
          </a:p>
          <a:p>
            <a:pPr marL="171450" indent="-171450">
              <a:spcBef>
                <a:spcPts val="50"/>
              </a:spcBef>
              <a:buSzPct val="123000"/>
              <a:buChar char="•"/>
              <a:defRPr sz="2700">
                <a:solidFill>
                  <a:srgbClr val="5E5E5E"/>
                </a:solidFill>
                <a:latin typeface="Universal Sans Display 430"/>
                <a:ea typeface="Universal Sans Display 430"/>
                <a:cs typeface="Universal Sans Display 430"/>
                <a:sym typeface="Universal Sans Display 430"/>
              </a:defRPr>
            </a:pPr>
            <a:r>
              <a:rPr sz="1350"/>
              <a:t>Xxx</a:t>
            </a:r>
          </a:p>
        </p:txBody>
      </p:sp>
      <p:sp>
        <p:nvSpPr>
          <p:cNvPr id="1159" name="Xxx…"/>
          <p:cNvSpPr txBox="1"/>
          <p:nvPr/>
        </p:nvSpPr>
        <p:spPr>
          <a:xfrm>
            <a:off x="6422327" y="8667558"/>
            <a:ext cx="3023625" cy="14491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marL="268552" indent="-268552">
              <a:spcBef>
                <a:spcPts val="700"/>
              </a:spcBef>
              <a:buSzPct val="100000"/>
              <a:buAutoNum type="alphaLcPeriod"/>
              <a:defRPr sz="2700">
                <a:solidFill>
                  <a:srgbClr val="5E5E5E"/>
                </a:solidFill>
                <a:latin typeface="Universal Sans Display 430"/>
                <a:ea typeface="Universal Sans Display 430"/>
                <a:cs typeface="Universal Sans Display 430"/>
                <a:sym typeface="Universal Sans Display 430"/>
              </a:defRPr>
            </a:pPr>
            <a:r>
              <a:rPr sz="1350"/>
              <a:t>Xxx</a:t>
            </a:r>
          </a:p>
          <a:p>
            <a:pPr marL="268552" indent="-268552">
              <a:spcBef>
                <a:spcPts val="700"/>
              </a:spcBef>
              <a:buSzPct val="100000"/>
              <a:buAutoNum type="alphaLcPeriod"/>
              <a:defRPr sz="2700">
                <a:solidFill>
                  <a:srgbClr val="5E5E5E"/>
                </a:solidFill>
                <a:latin typeface="Universal Sans Display 430"/>
                <a:ea typeface="Universal Sans Display 430"/>
                <a:cs typeface="Universal Sans Display 430"/>
                <a:sym typeface="Universal Sans Display 430"/>
              </a:defRPr>
            </a:pPr>
            <a:r>
              <a:rPr sz="1350"/>
              <a:t>Xxx</a:t>
            </a:r>
          </a:p>
          <a:p>
            <a:pPr marL="268552" indent="-268552">
              <a:spcBef>
                <a:spcPts val="700"/>
              </a:spcBef>
              <a:buSzPct val="100000"/>
              <a:buAutoNum type="alphaLcPeriod"/>
              <a:defRPr sz="2700">
                <a:solidFill>
                  <a:srgbClr val="5E5E5E"/>
                </a:solidFill>
                <a:latin typeface="Universal Sans Display 430"/>
                <a:ea typeface="Universal Sans Display 430"/>
                <a:cs typeface="Universal Sans Display 430"/>
                <a:sym typeface="Universal Sans Display 430"/>
              </a:defRPr>
            </a:pPr>
            <a:r>
              <a:rPr sz="1350"/>
              <a:t>Xxx</a:t>
            </a:r>
          </a:p>
          <a:p>
            <a:pPr marL="268552" indent="-268552">
              <a:spcBef>
                <a:spcPts val="700"/>
              </a:spcBef>
              <a:buSzPct val="100000"/>
              <a:buAutoNum type="alphaLcPeriod"/>
              <a:defRPr sz="2700">
                <a:solidFill>
                  <a:srgbClr val="5E5E5E"/>
                </a:solidFill>
                <a:latin typeface="Universal Sans Display 430"/>
                <a:ea typeface="Universal Sans Display 430"/>
                <a:cs typeface="Universal Sans Display 430"/>
                <a:sym typeface="Universal Sans Display 430"/>
              </a:defRPr>
            </a:pPr>
            <a:r>
              <a:rPr sz="1350"/>
              <a:t>Xxx</a:t>
            </a:r>
          </a:p>
          <a:p>
            <a:pPr marL="268552" indent="-268552">
              <a:spcBef>
                <a:spcPts val="700"/>
              </a:spcBef>
              <a:buSzPct val="100000"/>
              <a:buAutoNum type="alphaLcPeriod"/>
              <a:defRPr sz="2700">
                <a:solidFill>
                  <a:srgbClr val="5E5E5E"/>
                </a:solidFill>
                <a:latin typeface="Universal Sans Display 430"/>
                <a:ea typeface="Universal Sans Display 430"/>
                <a:cs typeface="Universal Sans Display 430"/>
                <a:sym typeface="Universal Sans Display 430"/>
              </a:defRPr>
            </a:pPr>
            <a:r>
              <a:rPr sz="1350"/>
              <a:t>Xxx</a:t>
            </a:r>
          </a:p>
        </p:txBody>
      </p:sp>
      <p:sp>
        <p:nvSpPr>
          <p:cNvPr id="1160" name="Xxx…"/>
          <p:cNvSpPr txBox="1"/>
          <p:nvPr/>
        </p:nvSpPr>
        <p:spPr>
          <a:xfrm>
            <a:off x="9833566" y="8667556"/>
            <a:ext cx="2921009" cy="8540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marL="268552" indent="-268552">
              <a:spcBef>
                <a:spcPts val="700"/>
              </a:spcBef>
              <a:buSzPct val="100000"/>
              <a:buAutoNum type="alphaLcPeriod"/>
              <a:defRPr sz="2700">
                <a:solidFill>
                  <a:srgbClr val="5E5E5E"/>
                </a:solidFill>
                <a:latin typeface="Universal Sans Display 430"/>
                <a:ea typeface="Universal Sans Display 430"/>
                <a:cs typeface="Universal Sans Display 430"/>
                <a:sym typeface="Universal Sans Display 430"/>
              </a:defRPr>
            </a:pPr>
            <a:r>
              <a:rPr sz="1350"/>
              <a:t>Xxx</a:t>
            </a:r>
          </a:p>
          <a:p>
            <a:pPr marL="268552" indent="-268552">
              <a:spcBef>
                <a:spcPts val="700"/>
              </a:spcBef>
              <a:buSzPct val="100000"/>
              <a:buAutoNum type="alphaLcPeriod"/>
              <a:defRPr sz="2700">
                <a:solidFill>
                  <a:srgbClr val="5E5E5E"/>
                </a:solidFill>
                <a:latin typeface="Universal Sans Display 430"/>
                <a:ea typeface="Universal Sans Display 430"/>
                <a:cs typeface="Universal Sans Display 430"/>
                <a:sym typeface="Universal Sans Display 430"/>
              </a:defRPr>
            </a:pPr>
            <a:r>
              <a:rPr sz="1350"/>
              <a:t>Xxx</a:t>
            </a:r>
          </a:p>
          <a:p>
            <a:pPr marL="268552" indent="-268552">
              <a:spcBef>
                <a:spcPts val="700"/>
              </a:spcBef>
              <a:buSzPct val="100000"/>
              <a:buAutoNum type="alphaLcPeriod"/>
              <a:defRPr sz="2700">
                <a:solidFill>
                  <a:srgbClr val="5E5E5E"/>
                </a:solidFill>
                <a:latin typeface="Universal Sans Display 430"/>
                <a:ea typeface="Universal Sans Display 430"/>
                <a:cs typeface="Universal Sans Display 430"/>
                <a:sym typeface="Universal Sans Display 430"/>
              </a:defRPr>
            </a:pPr>
            <a:r>
              <a:rPr sz="1350"/>
              <a:t>Xxx</a:t>
            </a:r>
          </a:p>
        </p:txBody>
      </p:sp>
      <p:sp>
        <p:nvSpPr>
          <p:cNvPr id="1161" name="Line"/>
          <p:cNvSpPr/>
          <p:nvPr/>
        </p:nvSpPr>
        <p:spPr>
          <a:xfrm>
            <a:off x="6258149" y="6016459"/>
            <a:ext cx="6635981" cy="1"/>
          </a:xfrm>
          <a:prstGeom prst="line">
            <a:avLst/>
          </a:prstGeom>
          <a:ln w="25400">
            <a:solidFill>
              <a:srgbClr val="5E5E5E">
                <a:alpha val="40030"/>
              </a:srgbClr>
            </a:solidFill>
            <a:miter lim="400000"/>
          </a:ln>
        </p:spPr>
        <p:txBody>
          <a:bodyPr lIns="25400" tIns="25400" rIns="25400" bIns="25400" anchor="ctr"/>
          <a:lstStyle/>
          <a:p>
            <a:endParaRPr sz="900"/>
          </a:p>
        </p:txBody>
      </p:sp>
      <p:sp>
        <p:nvSpPr>
          <p:cNvPr id="1162" name="Lorem ipsum dolor sit amet, consectetur adipiscing elit, sed do eiusmod tempor incididunt ut labore et dolore magna aliqua. Ut enim ad minim veniam, quis nostrud exercitation ullamco laboris nisi ut aliquip ex ea commodo consequat. Duis aute irure dolor "/>
          <p:cNvSpPr txBox="1"/>
          <p:nvPr/>
        </p:nvSpPr>
        <p:spPr>
          <a:xfrm>
            <a:off x="6292672" y="5253468"/>
            <a:ext cx="6566930" cy="6668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defRPr sz="2000">
                <a:solidFill>
                  <a:srgbClr val="5E5E5E"/>
                </a:solidFill>
                <a:latin typeface="Universal Sans Display 430"/>
                <a:ea typeface="Universal Sans Display 430"/>
                <a:cs typeface="Universal Sans Display 430"/>
                <a:sym typeface="Universal Sans Display 430"/>
              </a:defRPr>
            </a:lvl1pPr>
          </a:lstStyle>
          <a:p>
            <a:r>
              <a:rPr sz="1000"/>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1163" name="Rounded Rectangle"/>
          <p:cNvSpPr/>
          <p:nvPr/>
        </p:nvSpPr>
        <p:spPr>
          <a:xfrm>
            <a:off x="13193497" y="3747268"/>
            <a:ext cx="4809395" cy="6446982"/>
          </a:xfrm>
          <a:prstGeom prst="roundRect">
            <a:avLst>
              <a:gd name="adj" fmla="val 3221"/>
            </a:avLst>
          </a:prstGeom>
          <a:solidFill>
            <a:srgbClr val="929292"/>
          </a:solidFill>
          <a:ln w="12700">
            <a:miter lim="400000"/>
          </a:ln>
        </p:spPr>
        <p:txBody>
          <a:bodyPr lIns="25400" tIns="25400" rIns="25400" bIns="25400" anchor="ctr"/>
          <a:lstStyle/>
          <a:p>
            <a:pPr algn="ctr" defTabSz="412750">
              <a:defRPr sz="3200">
                <a:solidFill>
                  <a:srgbClr val="FFFFFF"/>
                </a:solidFill>
                <a:latin typeface="Helvetica Neue Medium"/>
                <a:ea typeface="Helvetica Neue Medium"/>
                <a:cs typeface="Helvetica Neue Medium"/>
                <a:sym typeface="Helvetica Neue Medium"/>
              </a:defRPr>
            </a:pPr>
            <a:endParaRPr sz="1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591</Words>
  <Application>Microsoft Office PowerPoint</Application>
  <PresentationFormat>Custom</PresentationFormat>
  <Paragraphs>129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Times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Tesla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Gillett</dc:creator>
  <cp:lastModifiedBy>Paul Gillett</cp:lastModifiedBy>
  <cp:revision>1</cp:revision>
  <dcterms:created xsi:type="dcterms:W3CDTF">2026-06-05T16:54:21Z</dcterms:created>
  <dcterms:modified xsi:type="dcterms:W3CDTF">2026-06-05T16:54:21Z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2d06e56-1756-4005-87f1-1edc72dd4bdf_Enabled">
    <vt:lpwstr>true</vt:lpwstr>
  </property>
  <property fmtid="{D5CDD505-2E9C-101B-9397-08002B2CF9AE}" pid="3" name="MSIP_Label_52d06e56-1756-4005-87f1-1edc72dd4bdf_SetDate">
    <vt:lpwstr>2026-06-05T16:54:21Z</vt:lpwstr>
  </property>
  <property fmtid="{D5CDD505-2E9C-101B-9397-08002B2CF9AE}" pid="4" name="MSIP_Label_52d06e56-1756-4005-87f1-1edc72dd4bdf_Method">
    <vt:lpwstr>Standard</vt:lpwstr>
  </property>
  <property fmtid="{D5CDD505-2E9C-101B-9397-08002B2CF9AE}" pid="5" name="MSIP_Label_52d06e56-1756-4005-87f1-1edc72dd4bdf_Name">
    <vt:lpwstr>General</vt:lpwstr>
  </property>
  <property fmtid="{D5CDD505-2E9C-101B-9397-08002B2CF9AE}" pid="6" name="MSIP_Label_52d06e56-1756-4005-87f1-1edc72dd4bdf_SiteId">
    <vt:lpwstr>9026c5f4-86d0-4b9f-bd39-b7d4d0fb4674</vt:lpwstr>
  </property>
  <property fmtid="{D5CDD505-2E9C-101B-9397-08002B2CF9AE}" pid="7" name="MSIP_Label_52d06e56-1756-4005-87f1-1edc72dd4bdf_ActionId">
    <vt:lpwstr>8078b930-797e-4db6-abd0-d6af73c993f0</vt:lpwstr>
  </property>
  <property fmtid="{D5CDD505-2E9C-101B-9397-08002B2CF9AE}" pid="8" name="MSIP_Label_52d06e56-1756-4005-87f1-1edc72dd4bdf_ContentBits">
    <vt:lpwstr>0</vt:lpwstr>
  </property>
  <property fmtid="{D5CDD505-2E9C-101B-9397-08002B2CF9AE}" pid="9" name="MSIP_Label_52d06e56-1756-4005-87f1-1edc72dd4bdf_Tag">
    <vt:lpwstr>10, 3, 0, 1</vt:lpwstr>
  </property>
</Properties>
</file>